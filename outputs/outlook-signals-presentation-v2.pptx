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75d2353c2741b8" /><Relationship Type="http://schemas.openxmlformats.org/officeDocument/2006/relationships/extended-properties" Target="/docProps/app.xml" Id="R2e603dea0ffa465e" /><Relationship Type="http://schemas.openxmlformats.org/officeDocument/2006/relationships/officeDocument" Target="/ppt/presentation.xml" Id="Rf50e3ba00bf041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55b6e266c44205"/>
  </p:sldMasterIdLst>
  <p:notesMasterIdLst>
    <p:notesMasterId xmlns:r="http://schemas.openxmlformats.org/officeDocument/2006/relationships" r:id="Rac20bacb9d284910"/>
  </p:notesMasterIdLst>
  <p:sldIdLst>
    <p:sldId xmlns:r="http://schemas.openxmlformats.org/officeDocument/2006/relationships" id="256" r:id="R8acf9c73e6894836"/>
    <p:sldId xmlns:r="http://schemas.openxmlformats.org/officeDocument/2006/relationships" id="257" r:id="R00be3a1d0e654ec5"/>
    <p:sldId xmlns:r="http://schemas.openxmlformats.org/officeDocument/2006/relationships" id="258" r:id="Rcee2bd3625c24831"/>
    <p:sldId xmlns:r="http://schemas.openxmlformats.org/officeDocument/2006/relationships" id="259" r:id="R454a8aedcd714fc0"/>
    <p:sldId xmlns:r="http://schemas.openxmlformats.org/officeDocument/2006/relationships" id="260" r:id="R5c604591d21347ec"/>
    <p:sldId xmlns:r="http://schemas.openxmlformats.org/officeDocument/2006/relationships" id="261" r:id="R80f0532b70d141e3"/>
    <p:sldId xmlns:r="http://schemas.openxmlformats.org/officeDocument/2006/relationships" id="262" r:id="R08581b0e7ac24b3e"/>
    <p:sldId xmlns:r="http://schemas.openxmlformats.org/officeDocument/2006/relationships" id="263" r:id="R9fea6a6e68e9422a"/>
    <p:sldId xmlns:r="http://schemas.openxmlformats.org/officeDocument/2006/relationships" id="264" r:id="R51f35d9a41a549f8"/>
    <p:sldId xmlns:r="http://schemas.openxmlformats.org/officeDocument/2006/relationships" id="265" r:id="Rf509257dc5ae4ca8"/>
    <p:sldId xmlns:r="http://schemas.openxmlformats.org/officeDocument/2006/relationships" id="266" r:id="Rd6329d1768f14f77"/>
    <p:sldId xmlns:r="http://schemas.openxmlformats.org/officeDocument/2006/relationships" id="267" r:id="R5a2b0b33306c48f9"/>
    <p:sldId xmlns:r="http://schemas.openxmlformats.org/officeDocument/2006/relationships" id="268" r:id="R2f8f1ea2d1ed470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d5f528375d4d5a" /><Relationship Type="http://schemas.openxmlformats.org/officeDocument/2006/relationships/slideMaster" Target="/ppt/slideMasters/slideMaster1.xml" Id="R3255b6e266c44205" /><Relationship Type="http://schemas.openxmlformats.org/officeDocument/2006/relationships/notesMaster" Target="/ppt/notesMasters/notesMaster1.xml" Id="Rac20bacb9d284910" /><Relationship Type="http://schemas.openxmlformats.org/officeDocument/2006/relationships/presProps" Target="/ppt/presProps.xml" Id="R50e3606bf32a4b67" /><Relationship Type="http://schemas.openxmlformats.org/officeDocument/2006/relationships/tableStyles" Target="/ppt/tableStyles.xml" Id="R0760b61e23cb404f" /><Relationship Type="http://schemas.openxmlformats.org/officeDocument/2006/relationships/slide" Target="/ppt/slides/slide1.xml" Id="R8acf9c73e6894836" /><Relationship Type="http://schemas.openxmlformats.org/officeDocument/2006/relationships/slide" Target="/ppt/slides/slide2.xml" Id="R00be3a1d0e654ec5" /><Relationship Type="http://schemas.openxmlformats.org/officeDocument/2006/relationships/slide" Target="/ppt/slides/slide3.xml" Id="Rcee2bd3625c24831" /><Relationship Type="http://schemas.openxmlformats.org/officeDocument/2006/relationships/slide" Target="/ppt/slides/slide4.xml" Id="R454a8aedcd714fc0" /><Relationship Type="http://schemas.openxmlformats.org/officeDocument/2006/relationships/slide" Target="/ppt/slides/slide5.xml" Id="R5c604591d21347ec" /><Relationship Type="http://schemas.openxmlformats.org/officeDocument/2006/relationships/slide" Target="/ppt/slides/slide6.xml" Id="R80f0532b70d141e3" /><Relationship Type="http://schemas.openxmlformats.org/officeDocument/2006/relationships/slide" Target="/ppt/slides/slide7.xml" Id="R08581b0e7ac24b3e" /><Relationship Type="http://schemas.openxmlformats.org/officeDocument/2006/relationships/slide" Target="/ppt/slides/slide8.xml" Id="R9fea6a6e68e9422a" /><Relationship Type="http://schemas.openxmlformats.org/officeDocument/2006/relationships/slide" Target="/ppt/slides/slide9.xml" Id="R51f35d9a41a549f8" /><Relationship Type="http://schemas.openxmlformats.org/officeDocument/2006/relationships/slide" Target="/ppt/slides/slide10.xml" Id="Rf509257dc5ae4ca8" /><Relationship Type="http://schemas.openxmlformats.org/officeDocument/2006/relationships/slide" Target="/ppt/slides/slide11.xml" Id="Rd6329d1768f14f77" /><Relationship Type="http://schemas.openxmlformats.org/officeDocument/2006/relationships/slide" Target="/ppt/slides/slide12.xml" Id="R5a2b0b33306c48f9" /><Relationship Type="http://schemas.openxmlformats.org/officeDocument/2006/relationships/slide" Target="/ppt/slides/slide13.xml" Id="R2f8f1ea2d1ed47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51d2eb40cc49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ede9cb91e44dc4" /><Relationship Type="http://schemas.openxmlformats.org/officeDocument/2006/relationships/notesMaster" Target="/ppt/notesMasters/notesMaster1.xml" Id="R0a7508abb83d48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a0d6def1b946ca" /><Relationship Type="http://schemas.openxmlformats.org/officeDocument/2006/relationships/notesMaster" Target="/ppt/notesMasters/notesMaster1.xml" Id="Rf20465b6c85e41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a864b76b654942" /><Relationship Type="http://schemas.openxmlformats.org/officeDocument/2006/relationships/notesMaster" Target="/ppt/notesMasters/notesMaster1.xml" Id="R9a84637d37464c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9b00275d8496b" /><Relationship Type="http://schemas.openxmlformats.org/officeDocument/2006/relationships/notesMaster" Target="/ppt/notesMasters/notesMaster1.xml" Id="R54212e61c72a44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1128f4c2d04434" /><Relationship Type="http://schemas.openxmlformats.org/officeDocument/2006/relationships/notesMaster" Target="/ppt/notesMasters/notesMaster1.xml" Id="R803cf9ca94e048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66892f2a174254" /><Relationship Type="http://schemas.openxmlformats.org/officeDocument/2006/relationships/notesMaster" Target="/ppt/notesMasters/notesMaster1.xml" Id="Rb4f3aad176ff48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8ac836bf3249c9" /><Relationship Type="http://schemas.openxmlformats.org/officeDocument/2006/relationships/notesMaster" Target="/ppt/notesMasters/notesMaster1.xml" Id="R2605f4f612b640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fb025f75874b09" /><Relationship Type="http://schemas.openxmlformats.org/officeDocument/2006/relationships/notesMaster" Target="/ppt/notesMasters/notesMaster1.xml" Id="Ra84263e373024a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eb593f09944d72" /><Relationship Type="http://schemas.openxmlformats.org/officeDocument/2006/relationships/notesMaster" Target="/ppt/notesMasters/notesMaster1.xml" Id="Rb1d1fde565674d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f80282b872443a" /><Relationship Type="http://schemas.openxmlformats.org/officeDocument/2006/relationships/notesMaster" Target="/ppt/notesMasters/notesMaster1.xml" Id="Rd3f883e3d16340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cdfa7392a14717" /><Relationship Type="http://schemas.openxmlformats.org/officeDocument/2006/relationships/notesMaster" Target="/ppt/notesMasters/notesMaster1.xml" Id="Re9083a0f262641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8a510483844d60" /><Relationship Type="http://schemas.openxmlformats.org/officeDocument/2006/relationships/notesMaster" Target="/ppt/notesMasters/notesMaster1.xml" Id="R5bbcc8647af14a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45c5ce597744d1" /><Relationship Type="http://schemas.openxmlformats.org/officeDocument/2006/relationships/notesMaster" Target="/ppt/notesMasters/notesMaster1.xml" Id="Re867a3c7049f48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e0df26e10d4f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01411d9fb24dcf" /><Relationship Type="http://schemas.openxmlformats.org/officeDocument/2006/relationships/slideLayout" Target="/ppt/slideLayouts/slideLayout1.xml" Id="R0a7e6a12a9624b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7e6a12a9624b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7da0688974c54" /><Relationship Type="http://schemas.openxmlformats.org/officeDocument/2006/relationships/image" Target="/ppt/media/image.jpeg" Id="R208a8538a7bf4a88" /><Relationship Type="http://schemas.openxmlformats.org/officeDocument/2006/relationships/notesSlide" Target="/ppt/notesSlides/notesSlide1.xml" Id="R9c189f0b507c4a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2a3626e334431" /><Relationship Type="http://schemas.openxmlformats.org/officeDocument/2006/relationships/notesSlide" Target="/ppt/notesSlides/notesSlide2.xml" Id="R86468314d25545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b1bcd0f944c54" /><Relationship Type="http://schemas.openxmlformats.org/officeDocument/2006/relationships/notesSlide" Target="/ppt/notesSlides/notesSlide3.xml" Id="Rf32cb3f87996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2e6a9f1424657" /><Relationship Type="http://schemas.openxmlformats.org/officeDocument/2006/relationships/notesSlide" Target="/ppt/notesSlides/notesSlide4.xml" Id="R9ce45607c91147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6c0597d2647ea" /><Relationship Type="http://schemas.openxmlformats.org/officeDocument/2006/relationships/notesSlide" Target="/ppt/notesSlides/notesSlide5.xml" Id="Re01681dd0a2e48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45a87e07b446a" /><Relationship Type="http://schemas.openxmlformats.org/officeDocument/2006/relationships/image" Target="/ppt/media/image2.jpeg" Id="Rd0860f257c8f47af" /><Relationship Type="http://schemas.openxmlformats.org/officeDocument/2006/relationships/notesSlide" Target="/ppt/notesSlides/notesSlide6.xml" Id="R223505c9104140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d4c270666459f" /><Relationship Type="http://schemas.openxmlformats.org/officeDocument/2006/relationships/image" Target="/ppt/media/image3.jpeg" Id="R9f3964578165440e" /><Relationship Type="http://schemas.openxmlformats.org/officeDocument/2006/relationships/notesSlide" Target="/ppt/notesSlides/notesSlide7.xml" Id="R51b862f0f24447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ebf3b35994a36" /><Relationship Type="http://schemas.openxmlformats.org/officeDocument/2006/relationships/notesSlide" Target="/ppt/notesSlides/notesSlide8.xml" Id="R6f92625a2fc142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1cb5578ce446c" /><Relationship Type="http://schemas.openxmlformats.org/officeDocument/2006/relationships/notesSlide" Target="/ppt/notesSlides/notesSlide9.xml" Id="Rfb6eaf0fb1864f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0f26701784a92" /><Relationship Type="http://schemas.openxmlformats.org/officeDocument/2006/relationships/notesSlide" Target="/ppt/notesSlides/notesSlide10.xml" Id="R2702b31ecfdc43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155d6bfbb453a" /><Relationship Type="http://schemas.openxmlformats.org/officeDocument/2006/relationships/notesSlide" Target="/ppt/notesSlides/notesSlide11.xml" Id="Rb8996b50a3b544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c5260bb8244d1" /><Relationship Type="http://schemas.openxmlformats.org/officeDocument/2006/relationships/notesSlide" Target="/ppt/notesSlides/notesSlide12.xml" Id="R6e5cca71853943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08ad2f8f042ee" /><Relationship Type="http://schemas.openxmlformats.org/officeDocument/2006/relationships/notesSlide" Target="/ppt/notesSlides/notesSlide13.xml" Id="Rbfd0c459421e45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a8538a7bf4a88"/>
          <a:srcRect xmlns:a="http://schemas.openxmlformats.org/drawingml/2006/main" l="23166" t="0" r="231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514350"/>
            <a:ext cx="5543550" cy="5810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9BA50-E19F-4326-996F-5CFBDC1A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543550" cy="5810250"/>
          </a:xfrm>
          <a:prstGeom xmlns:a="http://schemas.openxmlformats.org/drawingml/2006/main" prst="roundRect">
            <a:avLst>
              <a:gd name="adj" fmla="val 13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0C59B-2D05-48B6-A1DD-1774AF75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114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38491-5652-477D-8425-16F5C245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4095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B6EFC-547B-4104-8A50-C70FBAFA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5238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뉴스가 끝난 뒤,
기대는 어떻게 달라졌을까?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E8506-64DA-454B-83A7-B357C7B9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4953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예측시장 데이터로 글로벌 이슈의
기대 변화 흐름을 읽는 모니터링 대시보드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26C21-D4AC-4A64-8A4A-8667A791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3905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0">
            <a:solidFill>
              <a:srgbClr val="DDE6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7394D-AAEE-48C2-94F3-71F5B250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3676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PUBLIC DATA · TIME SERIES · CAUTION</a:t>
            </a:r>
          </a:p>
        </p:txBody>
      </p:sp>
    </p:spTree>
    <p:extLst>
      <p:ext uri="{BB962C8B-B14F-4D97-AF65-F5344CB8AC3E}">
        <p14:creationId xmlns:p14="http://schemas.microsoft.com/office/powerpoint/2010/main" val="5071739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0A68B-5F8D-465A-9F98-1F6FE8EA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EE29E4-78C2-42AE-B38F-89B6C8BC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이슈는 넘치지만, 변화의 강도는 한눈에 보이지 않습니다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EA6DB2-50C9-43D9-AB63-BA39D344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1234A-B6A8-464C-AF54-141BC8EF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CF8A4-CAFA-4443-84EC-020543C5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588E5-17AC-44FD-8AE7-508600E5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무슨 일이 있었는지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7936D-0EC4-4EAC-94B5-99638DD7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사건을 빠르게 전달하지만
기대의 변화량은 직접 연결해야 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E37C5-901F-4115-A1AD-C7BCDCF0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E1A76-EDA6-4F04-BEF7-BA95788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소셜 피드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78ABF-84B8-4570-853A-E46F4848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반응은 빠르지만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53AA2-70F5-4A08-BA0B-9532AA99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서로 다른 관점과 잡음이 섞여
변화의 방향을 분리하기 어렵습니다.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3076A-6800-4A9E-B9A8-32DE3F63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DC4D7-A804-4FC4-AB98-714B3A25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전문 보고서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8B902A-0874-403B-BE00-68207811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깊이는 있지만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0B08D-D697-430F-ACCA-4BFE377B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분석에 시간이 필요해
매일의 변화를 따라가기 어렵습니다.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49EF4C-2099-4444-828E-F9679EBE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9906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사용자는 결국 세 정보를 직접 연결해 ‘무엇이, 언제, 얼마나 달라졌는지’를 판단해야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1410169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3EA263-4A84-4CD6-AA99-9D908A6A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5A15C-BC3B-46AE-9330-D1E81C7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데이터에는 기대가 변한 흔적이 남습니다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DC2BB-9227-47FA-B925-ACA9AD7B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6FB10-E75B-4A23-A1CD-57ACA825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 중심 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B12BD-127C-4E91-9795-25507E34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857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 발표
공식 일정 변경
새로운 조사 결과
기관 발표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95750" y="3200400"/>
            <a:ext cx="14097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97E67-4F79-4F16-94C9-0745BFC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76575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1A23A-C1CA-415B-924A-09484B23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시간에 따른 변화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6610350" y="4705350"/>
            <a:ext cx="42862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6610350" y="2343150"/>
            <a:ext cx="286" cy="23622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724650" y="4171950"/>
            <a:ext cx="904875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7629525" y="3448050"/>
            <a:ext cx="286" cy="7239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6" name=""/>
          <p:cNvCxnSpPr/>
          <p:nvPr/>
        </p:nvCxnSpPr>
        <p:spPr>
          <a:xfrm xmlns:a="http://schemas.openxmlformats.org/drawingml/2006/main">
            <a:off x="7629525" y="3448050"/>
            <a:ext cx="10287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8658225" y="30480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8" name=""/>
          <p:cNvCxnSpPr/>
          <p:nvPr/>
        </p:nvCxnSpPr>
        <p:spPr>
          <a:xfrm xmlns:a="http://schemas.openxmlformats.org/drawingml/2006/main">
            <a:off x="8658225" y="3048000"/>
            <a:ext cx="9906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9" name=""/>
          <p:cNvCxnSpPr/>
          <p:nvPr/>
        </p:nvCxnSpPr>
        <p:spPr>
          <a:xfrm xmlns:a="http://schemas.openxmlformats.org/drawingml/2006/main">
            <a:off x="9648825" y="2571750"/>
            <a:ext cx="286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40" name=""/>
          <p:cNvCxnSpPr/>
          <p:nvPr/>
        </p:nvCxnSpPr>
        <p:spPr>
          <a:xfrm xmlns:a="http://schemas.openxmlformats.org/drawingml/2006/main">
            <a:off x="9648825" y="2571750"/>
            <a:ext cx="104775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7590-9810-4FA1-B2D4-CD50EFFF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2486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FB7FB8-A183-4A08-8F2F-FE4E9A3E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0728B-6630-4386-BB52-1705381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D6DD63-B53A-4299-B705-0054E93B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905500"/>
            <a:ext cx="67437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단일 숫자가 아니라 ‘재평가의 흐름’을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19377794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C53255-8AEC-44B0-B68B-A9E43B9B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3DD5C-6FDA-454A-A07D-0A0D687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10초 안에 변화를 발견하고, 한 이슈를 끝까지 확인합니다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9EF8E-262B-4CC9-8137-B7C9AF82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24384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29" name=""/>
          <p:cNvCxnSpPr/>
          <p:nvPr/>
        </p:nvCxnSpPr>
        <p:spPr>
          <a:xfrm xmlns:a="http://schemas.openxmlformats.org/drawingml/2006/main">
            <a:off x="527685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81153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D9AD9-AA4C-4664-BDCC-E08B9BD5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F9E6D-E472-4509-97B0-67DF65DE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AA90B4-6D9D-4A88-8CC3-F7CC8850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FF6BA-19B8-427B-8538-ADC0D8A5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24h·7d 변화가 큰
이슈를 먼저 탐색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B167E4-CE38-4B7A-AFE9-352EAA5C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E3AB6-6391-4E4E-9C1D-71CE232F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FF068-AB92-47CC-A2B4-E53D8DE9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C111B-A540-42F2-A2DD-53051A51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차트와 변곡 구간으로
방향과 크기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F018F-514C-47AA-8AD2-AE840DED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7690E-C7CF-4EF7-A83D-6A825DB3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894299-9CE6-4D64-B709-327AAE90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9826A4-06CD-446C-A946-45E6F867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브리핑과 공개 출처로
현재 확인 가능한 내용 점검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55D21-F858-4C72-BB68-DA40EF65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3348E-6F94-4FAD-AA9F-3B398B88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2A63AF-3311-4610-A24B-76321E9C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900B4E-B9E6-4EC7-B4D9-6A44D205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기준 시각과 주의사항으로
데이터의 한계까지 확인</a:t>
            </a:r>
          </a:p>
        </p:txBody>
      </p:sp>
    </p:spTree>
    <p:extLst>
      <p:ext uri="{BB962C8B-B14F-4D97-AF65-F5344CB8AC3E}">
        <p14:creationId xmlns:p14="http://schemas.microsoft.com/office/powerpoint/2010/main" val="15915548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173DC6-6932-496D-8DBE-0F8D9528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6274F-C35D-4111-83C5-62375DCA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홈은 오늘 가장 크게 변한 이슈부터 보여줍니다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3F598-F87D-4FF4-B4F9-352835C0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8A82F-4A14-4990-84D2-A5DE1A9E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677150" cy="4400550"/>
          </a:xfrm>
          <a:prstGeom xmlns:a="http://schemas.openxmlformats.org/drawingml/2006/main" prst="roundRect">
            <a:avLst>
              <a:gd name="adj" fmla="val 17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1079A-904B-483A-AD5C-8260C618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00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오늘의 변화가 큰 이슈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A4DC0-E826-4D93-806D-F4DE7FA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57375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기준 2026.07.13 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CFBC2-A5D1-43E1-B716-7EC6EBEF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914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0">
            <a:solidFill>
              <a:srgbClr val="F1DDD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73EB3-445C-4C59-848E-EBD41ADC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9825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71136-B16C-495A-BCFF-D44D8D54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43150"/>
            <a:ext cx="723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ECFD2-FE6F-42F4-A2D3-BD5E6E8E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09825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7일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781050" y="28194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70531-D26A-44B3-82F0-6CFD2DF8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글로벌 정책 일정 이슈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FE461-617E-40C9-81BB-28974FCA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FD2ED-7036-4102-9A8F-F48E0B1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03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E8CC81-91A8-4240-A4C2-D32BEE7D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+8%p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3BC44-AB4F-4B19-93D3-C808A728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670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충분한 데이터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781050" y="37338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B5BAF-8939-4E2C-91EE-52053670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 규제 검토 이슈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51C258-87EB-4FA9-9CA2-AE5AAE0C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D2AD0-3624-4D26-8512-3AC0C0F4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147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256DB2-02D4-4463-B98B-D96370E1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433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-6%p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014ABF-E0A0-4F84-9A9C-C21B78CD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814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해석 주의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781050" y="46482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59D6A7-835F-4BF0-9F4A-FA0CCACC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국제 협상 진행 이슈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A6C4EB-07BA-489E-9BB6-71860114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625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외교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E58126-A08D-4897-A29F-315A3068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291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72%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9821A7-6B4A-4B26-B542-91B575B4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577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+5%p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3E98FA-A31A-4A90-892A-9E34DBF1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958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제한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45FBB0-4B76-4036-9B68-7F82AC8A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952750" cy="358140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373207-B272-4D88-8B6D-C859DB9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첫 화면에서 함께 보이는 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61BF07-422D-4DE6-9063-36E5FC25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28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  현재 반영 기대값
02  24시간·7일 관측 변화
03  해석 주의 상태
04  데이터 기준 시각</a:t>
            </a:r>
          </a:p>
        </p:txBody>
      </p:sp>
    </p:spTree>
    <p:extLst>
      <p:ext uri="{BB962C8B-B14F-4D97-AF65-F5344CB8AC3E}">
        <p14:creationId xmlns:p14="http://schemas.microsoft.com/office/powerpoint/2010/main" val="11979486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DE34C8-C3EE-4372-B4A9-AB8D38C7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42865-02A9-4C43-A0D2-C4126A2F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상세 화면은 숫자보다 변화의 흐름을 보여줍니다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CF2AC-183A-4603-8118-C106989E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60f257c8f47af"/>
          <a:stretch xmlns:a="http://schemas.openxmlformats.org/drawingml/2006/main"/>
        </p:blipFill>
        <p:spPr>
          <a:xfrm xmlns:a="http://schemas.openxmlformats.org/drawingml/2006/main">
            <a:off x="495300" y="1669256"/>
            <a:ext cx="7239000" cy="407193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78620-C873-4ED6-A4D4-F1ADEDE0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239000" cy="4286250"/>
          </a:xfrm>
          <a:prstGeom xmlns:a="http://schemas.openxmlformats.org/drawingml/2006/main" prst="roundRect">
            <a:avLst>
              <a:gd name="adj" fmla="val 17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88BF0-D878-4CCD-879C-BF2A20FC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2762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화면에서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FF8BE-DC46-4B6E-8653-96AE1889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반영 기대값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CB9D6-6EA9-43B8-B70A-6B667273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286750" y="3600450"/>
            <a:ext cx="28575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2544E-32F8-42F0-A20A-E5BD20EE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B102F-C2FA-491E-BED5-0374AD35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53D46-AD87-4AA6-871C-9FD7B934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29527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기간별 선형 차트
• 큰 변화 구간 표시
• 공개 자료와 출처
• 해석 주의 및 기준 시각</a:t>
            </a:r>
          </a:p>
        </p:txBody>
      </p:sp>
    </p:spTree>
    <p:extLst>
      <p:ext uri="{BB962C8B-B14F-4D97-AF65-F5344CB8AC3E}">
        <p14:creationId xmlns:p14="http://schemas.microsoft.com/office/powerpoint/2010/main" val="18450004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DCDCFB-240E-4695-9461-61666994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BD3C2-B32F-4011-AB3C-B9470062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브리핑은 검증된 내용부터 단계적으로 공개됩니다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40E86-5308-4CEB-97D9-A7D34724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07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964578165440e"/>
          <a:srcRect xmlns:a="http://schemas.openxmlformats.org/drawingml/2006/main" l="18378" t="0" r="183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0" y="1752600"/>
            <a:ext cx="3962400" cy="3524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EBFB1-BD35-4918-9820-86D123B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52600"/>
            <a:ext cx="3962400" cy="3524250"/>
          </a:xfrm>
          <a:prstGeom xmlns:a="http://schemas.openxmlformats.org/drawingml/2006/main" prst="roundRect">
            <a:avLst>
              <a:gd name="adj" fmla="val 216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19240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6" name=""/>
          <p:cNvCxnSpPr/>
          <p:nvPr/>
        </p:nvCxnSpPr>
        <p:spPr>
          <a:xfrm xmlns:a="http://schemas.openxmlformats.org/drawingml/2006/main">
            <a:off x="369570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54673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A6018-7ED4-4D76-92C2-FC4D78BE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6DC4D-8742-47EB-AA5B-2F9BDE37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EC3B1-CBC3-4FD1-A177-49F79408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고정 근거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CB13F-3B71-4FEA-8073-E70BE04A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정의
관측 수치
공개 출처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F8686-B0F0-4D97-BFE2-5222E70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92F619-DDB9-4EDF-AEF3-F2DEFE49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5B4A7-CF19-40A0-A811-E7AE9D94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작성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A909E-0CD9-4FB5-B869-1994F0BC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번의
생성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902AEB-0047-493D-A9E8-41242CE1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B2034E-F200-4C05-848C-68DE1645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6429C-FD12-43EC-AEA6-33B02B69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문단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AD15E2-ACEC-4840-A931-9F8616BB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
표현·순서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3BBAC9-D8E6-4B41-BFEF-8DD12AC6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3FA3C5-38F5-4B65-85FD-EE07823C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1C318B-2F83-45AD-9A4E-65334351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공개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F7B584-962D-4B0A-9653-973D364F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완료된 블록
순차 표시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E80E4F-4D9B-4F57-A75C-C36597CA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검증 실패</a:t>
            </a:r>
          </a:p>
        </p:txBody>
      </p:sp>
      <p:cxnSp>
        <p:nvCxnSpPr>
          <p:cNvPr id="55" name=""/>
          <p:cNvCxnSpPr/>
          <p:nvPr/>
        </p:nvCxnSpPr>
        <p:spPr>
          <a:xfrm xmlns:a="http://schemas.openxmlformats.org/drawingml/2006/main">
            <a:off x="4724400" y="43434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0E66E7-86AE-4E66-9390-2E9AA595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시도는 공개하지 않고, 이전 정상 브리핑을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1065889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1981F3-B8DB-439A-962D-CDF5A0E2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50817-FE24-4E9C-AF0D-0AB09EE7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확인된 브리핑과 조건부 대화를 분리했습니다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509B9-78B1-47E6-813D-3E9713ED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08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6096000" y="1733550"/>
            <a:ext cx="286" cy="3657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C2B8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EF30D-7656-40C5-9BC9-E1FB1F24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49530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5F5B4-3F7D-4D60-877F-581496F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14500"/>
            <a:ext cx="49530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F45A1-391D-4AD2-BF6C-468DED4B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286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이슈 브리핑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09C43-76C1-4C51-B5E1-BC570829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확인된 정보를 안정적으로 읽는 문서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1366E-E640-431C-967C-1508E0E7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095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이슈 정의와 관측 수치
• 검증된 공개 자료와 출처
• 데이터 기준 시각과 주의사항
• 이전 정상 브리핑 유지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0AC89-BADA-429E-A6F3-0D143EC9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1676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0">
            <a:solidFill>
              <a:srgbClr val="F1DD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05F83-55B6-4402-B73C-A48240A7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43475"/>
            <a:ext cx="144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핵심 경험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F7C90-76F3-48D5-9CCF-219C0399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시나리오 대화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3E7DC-CA87-4149-BAC5-68D9854B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4191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가정을 현재 정보와 분리해 살펴보는 대화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2BE15-2BC0-4C22-ACF4-DF34CE85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52800"/>
            <a:ext cx="4095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이슈별 익명 세션
• 24시간 · 최대 8개 사용자 턴
• 외부 도구 접근 없음
• 검증된 완성 문단만 순차 표시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D8E6E-3D9B-4843-BD05-2B70E17E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876800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0">
            <a:solidFill>
              <a:srgbClr val="DDE6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66068-98EF-49C1-A465-598462C0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43475"/>
            <a:ext cx="2247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기본 비활성화 · 로컬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10311-C5B9-490D-B126-A2CA79F2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86450"/>
            <a:ext cx="8191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가정이 현재 정보처럼 섞이지 않도록 두 경험을 구조적으로 분리했습니다.</a:t>
            </a:r>
          </a:p>
        </p:txBody>
      </p:sp>
    </p:spTree>
    <p:extLst>
      <p:ext uri="{BB962C8B-B14F-4D97-AF65-F5344CB8AC3E}">
        <p14:creationId xmlns:p14="http://schemas.microsoft.com/office/powerpoint/2010/main" val="4150322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559EB-115B-46EA-8144-2BD4B6A9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74AC3-3128-4C1C-842A-EB528442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안전장치는 안내 문구가 아니라 제품 구조입니다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94BC6-3B75-4F67-BF7B-0653A67A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7DA4A-D76A-4A88-AC6D-5A010C6B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858000" cy="3943350"/>
          </a:xfrm>
          <a:prstGeom xmlns:a="http://schemas.openxmlformats.org/drawingml/2006/main" prst="roundRect">
            <a:avLst>
              <a:gd name="adj" fmla="val 1932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9C2C1-07B0-43F8-B7FE-06BC7F7D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66950"/>
            <a:ext cx="55626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279A9-86F2-4CB2-A060-0A7B3FB4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24150"/>
            <a:ext cx="4229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B179C-C17F-424E-93F2-911F97CA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1945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64A37-BD5F-47B8-B3BD-293CC6EE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12BB1-DD14-439D-9BD8-1E38B675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574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출력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25C5F-9E61-450E-B57A-C535E3AA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3F5B6-1E58-402D-B858-6DA8BD14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623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집계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BE1A61-F0B8-4252-A503-D8468A52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모든 수치에 기준 시각과 주의사항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E789A-1EF0-4FCF-A2E5-EA3E492E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수치·출처·표현을 동일한 규칙으로 재검증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45849-D42E-4E17-BE95-81A3CCD5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528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AI가 사용할 수 있는 자료를 사전에 고정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9B0D33-9AD6-42B1-8D8A-4735610E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482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개인 단위 탐색 없이 시장·이슈 단위로만 제공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D9B2A-3494-43A4-ABBD-D8AC1359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000750"/>
            <a:ext cx="742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결과 단정 없음  ·  임의 관계 연결 없음  ·  개인 식별 없음</a:t>
            </a:r>
          </a:p>
        </p:txBody>
      </p:sp>
    </p:spTree>
    <p:extLst>
      <p:ext uri="{BB962C8B-B14F-4D97-AF65-F5344CB8AC3E}">
        <p14:creationId xmlns:p14="http://schemas.microsoft.com/office/powerpoint/2010/main" val="16122049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A16134-6AB4-4BA6-BA3D-8DF2E26F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93BC3-5775-4E3B-BD1B-78E7A583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수집과 생성 경로를 분리해 안정적으로 동작합니다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C30A1-639A-4181-B1B4-58034571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211455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4533900" y="2895600"/>
            <a:ext cx="819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701040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9467850" y="2895600"/>
            <a:ext cx="7048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6191250" y="3943350"/>
            <a:ext cx="286" cy="704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191250" y="4648200"/>
            <a:ext cx="32575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203FE-8F4F-426E-A794-7A1C6BAD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6002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F26AF-2131-4E9E-8974-03676B1A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16383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16044-5A16-4ADA-A6FE-DE90C32B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0750"/>
            <a:ext cx="1657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03661-47CB-4230-9ED1-E53427E6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90750"/>
            <a:ext cx="1676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9BC97-78CD-4BA0-B5D8-ADDADD8C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90750"/>
            <a:ext cx="15049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95936-2249-49EC-8050-9905873C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16573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99AAB-CF9B-4F51-BEC8-204E4472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14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D38FA0-AE75-4BEC-B596-9C3B2FF7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12192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6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4시간 주기
Python 수집기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2182D-23CD-49E2-B3CA-EAEC55C0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28900"/>
            <a:ext cx="123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2C22A-00AC-4D85-94E7-BE26F2A6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28900"/>
            <a:ext cx="1162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FastAPI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3D233-E2F5-4CF9-B8D4-CDEA67C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81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02EBD-18BB-4600-BE86-5F4056FE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86300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독립 AI 워커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F95B60-D4EB-4339-A6F4-B7A778F9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95450"/>
            <a:ext cx="4095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일반 조회 경로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BFC8E1-3407-4B8F-91DD-41C6A0CB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483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 요청이 있을 때만 생성</a:t>
            </a:r>
          </a:p>
        </p:txBody>
      </p:sp>
    </p:spTree>
    <p:extLst>
      <p:ext uri="{BB962C8B-B14F-4D97-AF65-F5344CB8AC3E}">
        <p14:creationId xmlns:p14="http://schemas.microsoft.com/office/powerpoint/2010/main" val="10675897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E08CA5-6A0C-4D49-8E20-BC49B55B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F4A0B-21D9-4596-BA0E-AA74C6D3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4명이 역할을 나누고, PM이 전체 연결을 지원했습니다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8B4E0-D843-4D6A-9A0B-588572A4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11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3943350" y="2362200"/>
            <a:ext cx="7429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3943350" y="3429000"/>
            <a:ext cx="304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3943350" y="3429000"/>
            <a:ext cx="53530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F0226-4838-4E29-B545-D2B3D600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3448050" cy="4000500"/>
          </a:xfrm>
          <a:prstGeom xmlns:a="http://schemas.openxmlformats.org/drawingml/2006/main" prst="roundRect">
            <a:avLst>
              <a:gd name="adj" fmla="val 2210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B58FB-72D9-40D2-A204-6A1A3408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0A571-E8F2-43F5-8475-CAA382B5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24DB5-D96A-434A-9C79-DB10B064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E8EB6-0516-4BD5-BC51-431FFCC1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14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PM / Planner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BC2E6-25CB-465A-AB9F-2C525232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14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Reviewer · Debugger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B7216C-E096-473F-9C88-0512DD6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________________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C9DF38-576C-4C84-9428-F3ABC5DA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2724150" cy="156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전체 일정·범위 조율
전 영역 구현 지원
문구·안전 검토
통합 리뷰와 디버깅
발표·데모 구성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997072-D9F8-4D42-AF5C-B3A22B58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Frontend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82440-AB23-4D91-BF69-9A7390C2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52CF2-BEF1-4D01-A4DA-C7E13589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FEDE4E-4125-4F74-8614-5F943AC4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홈·상세 화면
차트·반응형
접근성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8618C8-8A61-41BF-B8CF-41316A03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Backend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EC933-57DB-4DC7-A61F-82105D9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7CEAD1-C1C3-481E-9C0C-0C61C4BE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F4B3F-3620-4DDE-A2E0-B16A1703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데이터베이스·API
수집·복구 경로
안정성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2449E-A781-4C74-BEA9-2C9BA6F5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Data / 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D60BDF-9DBF-4C2D-900C-70B7E32D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017DE8-C9AB-4419-9F3A-300F3F6D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768080-93E6-4BBC-A045-F237464A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정규화·변화 지표
근거 검증
브리핑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75460D-7BF4-44F2-80F4-3880E81A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943600"/>
            <a:ext cx="8724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각 역할은 전문 영역을 맡고, PM은 전체 진행을 도우며 리뷰와 디버깅을 함께 담당했습니다.</a:t>
            </a:r>
          </a:p>
        </p:txBody>
      </p:sp>
    </p:spTree>
    <p:extLst>
      <p:ext uri="{BB962C8B-B14F-4D97-AF65-F5344CB8AC3E}">
        <p14:creationId xmlns:p14="http://schemas.microsoft.com/office/powerpoint/2010/main" val="14233408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98CCE8-9FE4-4553-B383-36F7FCC3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B3935-880C-4149-83F3-CC226B76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작동하는 화면뿐 아니라, 실패 방식까지 검증했습니다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5B8DD-468D-4DF4-9FEF-DAF7765B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6D72A-9046-4136-92E2-F903D717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 생성 실패, 연결 중단, 데이터 부족 상태를 숨기지 않고 안전하게 복구합니다.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A9CE2-DE58-484E-9944-684D9C69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EF52F-9F2D-403D-8C24-93841E41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546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E212E-A23C-439E-86FE-9C7753DB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Backend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CCF12-AF22-4495-9E0F-46BF72A5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전체 회귀 테스트 통과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7C7C8-B428-4FAA-A2E5-58BFA974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16E9C-336D-4A2F-AFE3-766C558D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320px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E6922-E092-4C2B-99C8-37F82826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Responsive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73832-8B40-462C-8003-D290A071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좁은 화면까지 레이아웃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2284E9-5EB6-4DA5-9279-B6D516DA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A8681E-192A-482A-B680-E1E4B280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1AF54-1CAC-4103-93C8-8EFEB289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Frontend checks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2FB04B-CF51-48D4-AF14-151C321D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포맷·타입·린트·빌드 통과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C8D0A7-11D2-440C-B85E-D6966FEE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48350"/>
            <a:ext cx="933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SSE 재생 · 폴링 대체 · 이전 정상 결과 유지 · 잘못된 수치/표현 차단</a:t>
            </a:r>
          </a:p>
        </p:txBody>
      </p:sp>
    </p:spTree>
    <p:extLst>
      <p:ext uri="{BB962C8B-B14F-4D97-AF65-F5344CB8AC3E}">
        <p14:creationId xmlns:p14="http://schemas.microsoft.com/office/powerpoint/2010/main" val="14430961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926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98C079-DFDF-4C53-AB5C-B7B3431B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39BB0D-5FA3-455E-A7B5-C64B93D5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57275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미래를 대신 판단하는 화면이 아니라,
기대가 변한 순간을 읽는 도구입니다.</a:t>
            </a:r>
          </a:p>
        </p:txBody>
      </p:sp>
      <p:cxnSp>
        <p:nvCxnSpPr>
          <p:cNvPr id="13" name=""/>
          <p:cNvCxnSpPr/>
          <p:nvPr/>
        </p:nvCxnSpPr>
        <p:spPr>
          <a:xfrm xmlns:a="http://schemas.openxmlformats.org/drawingml/2006/main">
            <a:off x="2324100" y="4210050"/>
            <a:ext cx="75438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6B63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4B7F2-300A-45BA-BC9C-B3357900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DC3DE-3E62-48E1-9EB9-2E41988F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9FAAB-35DE-4FAB-989E-4C775DB0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E95"/>
          </a:solidFill>
          <a:ln xmlns:a="http://schemas.openxmlformats.org/drawingml/2006/main" w="0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48FC0-E314-484C-8E9C-D1ADE2A2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427BD-1B08-48CC-AD01-8429D4A4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이해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D0FC5-E8E0-46C8-8888-2B581D8A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91050"/>
            <a:ext cx="1619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AD26D-83EB-4AB7-9C1A-75A66EB5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10250"/>
            <a:ext cx="7086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데이터로 복잡한 글로벌 이슈의 변화 흐름을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12024211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2026-07-13T00:42:24.7320000Z</dcterms:created>
  <dcterms:modified xsi:type="dcterms:W3CDTF">2026-07-13T00:42:24.7320000Z</dcterms:modified>
</coreProperties>
</file>