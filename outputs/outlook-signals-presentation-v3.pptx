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1e6a006064f74" /><Relationship Type="http://schemas.openxmlformats.org/officeDocument/2006/relationships/extended-properties" Target="/docProps/app.xml" Id="R4c58182b3f484b3f" /><Relationship Type="http://schemas.openxmlformats.org/officeDocument/2006/relationships/officeDocument" Target="/ppt/presentation.xml" Id="R84edcf021c25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8bdd45a58480c"/>
  </p:sldMasterIdLst>
  <p:notesMasterIdLst>
    <p:notesMasterId xmlns:r="http://schemas.openxmlformats.org/officeDocument/2006/relationships" r:id="R6ba9083fb57f4c25"/>
  </p:notesMasterIdLst>
  <p:sldIdLst>
    <p:sldId xmlns:r="http://schemas.openxmlformats.org/officeDocument/2006/relationships" id="256" r:id="Ra1f419a20f1b4c61"/>
    <p:sldId xmlns:r="http://schemas.openxmlformats.org/officeDocument/2006/relationships" id="257" r:id="R61cbcd7fb2e140dd"/>
    <p:sldId xmlns:r="http://schemas.openxmlformats.org/officeDocument/2006/relationships" id="258" r:id="R7c25381bb9264342"/>
    <p:sldId xmlns:r="http://schemas.openxmlformats.org/officeDocument/2006/relationships" id="259" r:id="R7e8cc38dab0d40a0"/>
    <p:sldId xmlns:r="http://schemas.openxmlformats.org/officeDocument/2006/relationships" id="260" r:id="R5433c021f12041b4"/>
    <p:sldId xmlns:r="http://schemas.openxmlformats.org/officeDocument/2006/relationships" id="261" r:id="Rb08ed3f38a384aa9"/>
    <p:sldId xmlns:r="http://schemas.openxmlformats.org/officeDocument/2006/relationships" id="262" r:id="R231a43fbbb34433a"/>
    <p:sldId xmlns:r="http://schemas.openxmlformats.org/officeDocument/2006/relationships" id="263" r:id="R5895031e69e245e7"/>
    <p:sldId xmlns:r="http://schemas.openxmlformats.org/officeDocument/2006/relationships" id="264" r:id="R3ce8ac51dbf1414d"/>
    <p:sldId xmlns:r="http://schemas.openxmlformats.org/officeDocument/2006/relationships" id="265" r:id="R71d1b13d3d6045c7"/>
    <p:sldId xmlns:r="http://schemas.openxmlformats.org/officeDocument/2006/relationships" id="266" r:id="Rbea71e4aa2254d9b"/>
    <p:sldId xmlns:r="http://schemas.openxmlformats.org/officeDocument/2006/relationships" id="267" r:id="R5184ec97d867423b"/>
    <p:sldId xmlns:r="http://schemas.openxmlformats.org/officeDocument/2006/relationships" id="268" r:id="R6354a6eddc704855"/>
    <p:sldId xmlns:r="http://schemas.openxmlformats.org/officeDocument/2006/relationships" id="269" r:id="Ra5ac95e1658244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c1469fa67444e" /><Relationship Type="http://schemas.openxmlformats.org/officeDocument/2006/relationships/slideMaster" Target="/ppt/slideMasters/slideMaster1.xml" Id="R4568bdd45a58480c" /><Relationship Type="http://schemas.openxmlformats.org/officeDocument/2006/relationships/notesMaster" Target="/ppt/notesMasters/notesMaster1.xml" Id="R6ba9083fb57f4c25" /><Relationship Type="http://schemas.openxmlformats.org/officeDocument/2006/relationships/presProps" Target="/ppt/presProps.xml" Id="R8c97ad7b33a94d41" /><Relationship Type="http://schemas.openxmlformats.org/officeDocument/2006/relationships/tableStyles" Target="/ppt/tableStyles.xml" Id="R1bbaa35e182a46bc" /><Relationship Type="http://schemas.openxmlformats.org/officeDocument/2006/relationships/slide" Target="/ppt/slides/slide1.xml" Id="Ra1f419a20f1b4c61" /><Relationship Type="http://schemas.openxmlformats.org/officeDocument/2006/relationships/slide" Target="/ppt/slides/slide2.xml" Id="R61cbcd7fb2e140dd" /><Relationship Type="http://schemas.openxmlformats.org/officeDocument/2006/relationships/slide" Target="/ppt/slides/slide3.xml" Id="R7c25381bb9264342" /><Relationship Type="http://schemas.openxmlformats.org/officeDocument/2006/relationships/slide" Target="/ppt/slides/slide4.xml" Id="R7e8cc38dab0d40a0" /><Relationship Type="http://schemas.openxmlformats.org/officeDocument/2006/relationships/slide" Target="/ppt/slides/slide5.xml" Id="R5433c021f12041b4" /><Relationship Type="http://schemas.openxmlformats.org/officeDocument/2006/relationships/slide" Target="/ppt/slides/slide6.xml" Id="Rb08ed3f38a384aa9" /><Relationship Type="http://schemas.openxmlformats.org/officeDocument/2006/relationships/slide" Target="/ppt/slides/slide7.xml" Id="R231a43fbbb34433a" /><Relationship Type="http://schemas.openxmlformats.org/officeDocument/2006/relationships/slide" Target="/ppt/slides/slide8.xml" Id="R5895031e69e245e7" /><Relationship Type="http://schemas.openxmlformats.org/officeDocument/2006/relationships/slide" Target="/ppt/slides/slide9.xml" Id="R3ce8ac51dbf1414d" /><Relationship Type="http://schemas.openxmlformats.org/officeDocument/2006/relationships/slide" Target="/ppt/slides/slide10.xml" Id="R71d1b13d3d6045c7" /><Relationship Type="http://schemas.openxmlformats.org/officeDocument/2006/relationships/slide" Target="/ppt/slides/slide11.xml" Id="Rbea71e4aa2254d9b" /><Relationship Type="http://schemas.openxmlformats.org/officeDocument/2006/relationships/slide" Target="/ppt/slides/slide12.xml" Id="R5184ec97d867423b" /><Relationship Type="http://schemas.openxmlformats.org/officeDocument/2006/relationships/slide" Target="/ppt/slides/slide13.xml" Id="R6354a6eddc704855" /><Relationship Type="http://schemas.openxmlformats.org/officeDocument/2006/relationships/slide" Target="/ppt/slides/slide14.xml" Id="Ra5ac95e1658244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74d1958ae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ff12943534aa4" /><Relationship Type="http://schemas.openxmlformats.org/officeDocument/2006/relationships/notesMaster" Target="/ppt/notesMasters/notesMaster1.xml" Id="R3648bd15d57d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dade4c1c44ac7" /><Relationship Type="http://schemas.openxmlformats.org/officeDocument/2006/relationships/notesMaster" Target="/ppt/notesMasters/notesMaster1.xml" Id="R0a35ea48d598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ba01ef4b0411c" /><Relationship Type="http://schemas.openxmlformats.org/officeDocument/2006/relationships/notesMaster" Target="/ppt/notesMasters/notesMaster1.xml" Id="Re421ce7d43ae4c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761b489b1d41fc" /><Relationship Type="http://schemas.openxmlformats.org/officeDocument/2006/relationships/notesMaster" Target="/ppt/notesMasters/notesMaster1.xml" Id="R40a1fcdb0ab7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c85ea768734b2b" /><Relationship Type="http://schemas.openxmlformats.org/officeDocument/2006/relationships/notesMaster" Target="/ppt/notesMasters/notesMaster1.xml" Id="R305c8f54eb7849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44e18d51a4cae" /><Relationship Type="http://schemas.openxmlformats.org/officeDocument/2006/relationships/notesMaster" Target="/ppt/notesMasters/notesMaster1.xml" Id="R8199f847bc6e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a816f166a54612" /><Relationship Type="http://schemas.openxmlformats.org/officeDocument/2006/relationships/notesMaster" Target="/ppt/notesMasters/notesMaster1.xml" Id="R272108c775bc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d8c7fbae084d9c" /><Relationship Type="http://schemas.openxmlformats.org/officeDocument/2006/relationships/notesMaster" Target="/ppt/notesMasters/notesMaster1.xml" Id="Rad4f95b661a848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caaa048d334192" /><Relationship Type="http://schemas.openxmlformats.org/officeDocument/2006/relationships/notesMaster" Target="/ppt/notesMasters/notesMaster1.xml" Id="R80c595275bcb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2e844eebee4f20" /><Relationship Type="http://schemas.openxmlformats.org/officeDocument/2006/relationships/notesMaster" Target="/ppt/notesMasters/notesMaster1.xml" Id="Rd9a0512cb4ce46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a5de238af40fc" /><Relationship Type="http://schemas.openxmlformats.org/officeDocument/2006/relationships/notesMaster" Target="/ppt/notesMasters/notesMaster1.xml" Id="R9f44aa93215246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c7ddd6f3ee43f1" /><Relationship Type="http://schemas.openxmlformats.org/officeDocument/2006/relationships/notesMaster" Target="/ppt/notesMasters/notesMaster1.xml" Id="R8b68ada9b6964c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9e1ee6074d4f21" /><Relationship Type="http://schemas.openxmlformats.org/officeDocument/2006/relationships/notesMaster" Target="/ppt/notesMasters/notesMaster1.xml" Id="R2f4418a00e3947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71d7b63b544b2e" /><Relationship Type="http://schemas.openxmlformats.org/officeDocument/2006/relationships/notesMaster" Target="/ppt/notesMasters/notesMaster1.xml" Id="R3428c5638a6f4c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27d0e7b0f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5766cb22a4cf0" /><Relationship Type="http://schemas.openxmlformats.org/officeDocument/2006/relationships/slideLayout" Target="/ppt/slideLayouts/slideLayout1.xml" Id="R526af3fb3e4f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af3fb3e4f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36289991460c" /><Relationship Type="http://schemas.openxmlformats.org/officeDocument/2006/relationships/image" Target="/ppt/media/image.jpeg" Id="Rdd124865301d4d79" /><Relationship Type="http://schemas.openxmlformats.org/officeDocument/2006/relationships/notesSlide" Target="/ppt/notesSlides/notesSlide1.xml" Id="R1ed2f0d2d40b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0ba2b3bca4f31" /><Relationship Type="http://schemas.openxmlformats.org/officeDocument/2006/relationships/notesSlide" Target="/ppt/notesSlides/notesSlide2.xml" Id="Rb952674bd804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078a08ab84281" /><Relationship Type="http://schemas.openxmlformats.org/officeDocument/2006/relationships/notesSlide" Target="/ppt/notesSlides/notesSlide3.xml" Id="Ra2b7e3223376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3794dc7445a6" /><Relationship Type="http://schemas.openxmlformats.org/officeDocument/2006/relationships/notesSlide" Target="/ppt/notesSlides/notesSlide4.xml" Id="R91a0052c78ff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dccaca9ef4d00" /><Relationship Type="http://schemas.openxmlformats.org/officeDocument/2006/relationships/notesSlide" Target="/ppt/notesSlides/notesSlide5.xml" Id="R5944819f5682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9c70fbc004009" /><Relationship Type="http://schemas.openxmlformats.org/officeDocument/2006/relationships/notesSlide" Target="/ppt/notesSlides/notesSlide6.xml" Id="R197fa0c8941a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03cd76ae94f13" /><Relationship Type="http://schemas.openxmlformats.org/officeDocument/2006/relationships/image" Target="/ppt/media/image2.jpeg" Id="R978aa8e95c2946af" /><Relationship Type="http://schemas.openxmlformats.org/officeDocument/2006/relationships/notesSlide" Target="/ppt/notesSlides/notesSlide7.xml" Id="Rdb14decdb895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1eca2e76d442f" /><Relationship Type="http://schemas.openxmlformats.org/officeDocument/2006/relationships/image" Target="/ppt/media/image3.jpeg" Id="Rb21da0a5895f47b7" /><Relationship Type="http://schemas.openxmlformats.org/officeDocument/2006/relationships/notesSlide" Target="/ppt/notesSlides/notesSlide8.xml" Id="R49d28757fa5748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e1e2c21af465a" /><Relationship Type="http://schemas.openxmlformats.org/officeDocument/2006/relationships/notesSlide" Target="/ppt/notesSlides/notesSlide9.xml" Id="R52b10c409e174e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d54a61edb4a4a" /><Relationship Type="http://schemas.openxmlformats.org/officeDocument/2006/relationships/notesSlide" Target="/ppt/notesSlides/notesSlide10.xml" Id="R3eabdf75fda04f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d45a4a8264443" /><Relationship Type="http://schemas.openxmlformats.org/officeDocument/2006/relationships/notesSlide" Target="/ppt/notesSlides/notesSlide11.xml" Id="R92a7bf597a7741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ce25ee3a54c86" /><Relationship Type="http://schemas.openxmlformats.org/officeDocument/2006/relationships/notesSlide" Target="/ppt/notesSlides/notesSlide12.xml" Id="Rd9e622c741c040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29d9219cb4bf2" /><Relationship Type="http://schemas.openxmlformats.org/officeDocument/2006/relationships/notesSlide" Target="/ppt/notesSlides/notesSlide13.xml" Id="R7216700408ff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5fac18c264cb6" /><Relationship Type="http://schemas.openxmlformats.org/officeDocument/2006/relationships/notesSlide" Target="/ppt/notesSlides/notesSlide14.xml" Id="Re6f6876e3b3c42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24865301d4d79"/>
          <a:srcRect xmlns:a="http://schemas.openxmlformats.org/drawingml/2006/main" l="23166" t="0" r="2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91250" y="514350"/>
            <a:ext cx="5543550" cy="581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BCB6-1468-4117-BE1B-D5D2BCD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43550" cy="5810250"/>
          </a:xfrm>
          <a:prstGeom xmlns:a="http://schemas.openxmlformats.org/drawingml/2006/main" prst="roundRect">
            <a:avLst>
              <a:gd name="adj" fmla="val 13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4361-7708-4AA1-8B9B-22DB9DF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03482-29C1-4645-845F-2409A70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41715-3210-488C-85FB-08B5CAA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238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뉴스가 끝난 뒤,
기대는 어떻게 달라졌을까?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F035A-9814-4A13-8BCD-4A2C66C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예측시장 데이터로 글로벌 이슈의
기대 변화 흐름을 읽는 모니터링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C998-1328-4AC8-BCD9-CAB596F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60E9D-B465-4658-B33D-EA671FA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PUBLIC DATA · TIME SERIES · CAUTION</a:t>
            </a:r>
          </a:p>
        </p:txBody>
      </p:sp>
    </p:spTree>
    <p:extLst>
      <p:ext uri="{BB962C8B-B14F-4D97-AF65-F5344CB8AC3E}">
        <p14:creationId xmlns:p14="http://schemas.microsoft.com/office/powerpoint/2010/main" val="2094946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A2F72-A93C-4228-8263-C89EED3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BFBD6-2ECC-44A6-B660-E0A5518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이슈는 넘치지만, 변화의 강도는 한눈에 보이지 않습니다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B172B-B852-499B-8D15-EAD2B31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F55F9-DEBA-47BE-96F4-D368EE1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5F2F7-C372-437E-8A59-8329E8B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B6F6-3396-4EE3-92AE-5F7F482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무슨 일이 있었는지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F9186-ADB9-4229-B20E-F4D7CFF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사건을 빠르게 전달하지만
기대의 변화량은 직접 연결해야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1752A-E10B-4B76-9E02-F3E848B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C76E3-50F0-423D-B00C-B880B20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소셜 피드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5CAC5-1791-4143-9499-F23FEAD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반응은 빠르지만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F4DA-42B8-4EE6-8190-4763BB2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서로 다른 관점과 잡음이 섞여
변화의 방향을 분리하기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F0FE2-AF18-40A2-8AA1-00E16A4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D5C2A-6AA9-4191-8EE7-F462FF1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전문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618F6-8E22-4F76-885C-626B402D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깊이는 있지만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5FE90-37DD-40E0-9DFC-232D658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분석에 시간이 필요해
매일의 변화를 따라가기 어렵습니다.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2B8F4-A7E0-4E38-9F6E-4D8F4E9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결국 세 정보를 직접 연결해 ‘무엇이, 언제, 얼마나 달라졌는지’를 판단해야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266847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C2E5A-4CDA-4157-B307-B0E845C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F7DB-F154-43B8-8099-5D6D4A9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데이터에는 기대가 변한 흔적이 남습니다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FF55D-C0FB-4F02-8D16-0A1C752B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5581-493D-4867-83E6-4B237F4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 중심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04B9F-B8FF-4C18-B4ED-D06DF3A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 발표
공식 일정 변경
새로운 조사 결과
기관 발표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95750" y="3200400"/>
            <a:ext cx="140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00A51-316B-412C-94AA-F8DCB4D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9DF98-3BA8-4420-A411-1629141B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시간에 따른 변화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610350" y="4705350"/>
            <a:ext cx="428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69" name=""/>
          <p:cNvCxnSpPr/>
          <p:nvPr/>
        </p:nvCxnSpPr>
        <p:spPr>
          <a:xfrm xmlns:a="http://schemas.openxmlformats.org/drawingml/2006/main">
            <a:off x="6610350" y="2343150"/>
            <a:ext cx="286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70" name=""/>
          <p:cNvCxnSpPr/>
          <p:nvPr/>
        </p:nvCxnSpPr>
        <p:spPr>
          <a:xfrm xmlns:a="http://schemas.openxmlformats.org/drawingml/2006/main">
            <a:off x="6724650" y="4171950"/>
            <a:ext cx="904875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7629525" y="34480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7629525" y="3448050"/>
            <a:ext cx="10287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8658225" y="30480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8658225" y="3048000"/>
            <a:ext cx="9906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9648825" y="25717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9648825" y="257175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11BF0-94A3-42AE-B388-F0BCFF8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86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B5274-48CE-434C-9CA2-374CBC0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E382B-657E-490A-B9D8-B8585D5C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FE515-DFEA-477B-9B48-B3874862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055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단일 숫자가 아니라 ‘재평가의 흐름’을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428522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06525-3BF3-4A1F-8FD2-0B10D8E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A9524-14ED-45CE-8033-61C6CA4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10초 안에 변화를 발견하고, 한 이슈를 끝까지 확인합니다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3C93E-AD6E-4D32-B50B-4DD9CCB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4384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27685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81153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6B4FD-0F6B-4797-9F63-BF7FD1B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D1CA6-0289-4E50-B894-4038BF6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378F2-EA24-4F47-96DD-2AB3D47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E6994-F363-4AFF-BF19-1AF58C0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24h·7d 변화가 큰
이슈를 먼저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3A8BF-411D-46BC-85D4-FA80D8E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0C82B-713B-49BC-BE7D-6A7F7F6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B7AD3-2EE4-4368-905D-6DAEEFB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828EC-0B5B-4571-974F-9F2A7A9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차트와 변곡 구간으로
방향과 크기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BD19F-3834-4F18-A136-C2F83603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E3718-16AF-4193-A815-1C6F7D3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92391-0245-466F-ABC9-3B66588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A5999-709A-4329-9E32-05300C6E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브리핑과 공개 출처로
현재 확인 가능한 내용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2B596-A272-4706-8AED-77EBFB0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59768-F2AC-45B7-ADD2-12622A6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4F3D2-A9FF-4FD2-865D-16E86B3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42B5E-4F06-4B83-AFD0-3B6E8DA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기준 시각과 주의사항으로
데이터의 한계까지 확인</a:t>
            </a:r>
          </a:p>
        </p:txBody>
      </p:sp>
    </p:spTree>
    <p:extLst>
      <p:ext uri="{BB962C8B-B14F-4D97-AF65-F5344CB8AC3E}">
        <p14:creationId xmlns:p14="http://schemas.microsoft.com/office/powerpoint/2010/main" val="2042669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83349-94E1-4313-9B73-9D9173C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078D7-36BF-4255-992D-7C6228B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60초 시연으로 전체 흐름을 먼저 보여드립니다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0BD9-8CD9-4FF5-93C7-A7C1F59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E11AA-9F7F-44DD-B7C2-FF22BECF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809625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BC6B-F503-4C71-91DB-0BB8C3F8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736D1-E2EE-49A0-9A2C-414D698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609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648CB-B55A-4B7B-9C45-C038E60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0100"/>
            <a:ext cx="447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시연 영상 삽입 영역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5A9BC-8B33-4F64-9F28-052B276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352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16:9 · 권장 길이 45–60초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9BE65-9D57-49A6-888E-883B5B7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시연에서 보여줄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3447B-1790-4C78-8ED8-550A1155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48657-5B8F-415D-AC40-51FC776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홈에서 변화가 큰
이슈 발견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8508F-54C7-4BEC-8063-1A207FF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CCFE5-A18B-490B-AE9D-ED99D26E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671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차트와
브리핑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2F67A-25F0-4E3D-A39F-210804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C522D-A143-4A84-B7FB-068CBD1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주의와
조건부 대화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4C60A-2343-46DB-9C66-952C4EF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257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이후 슬라이드에서 핵심 장면을 하나씩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731785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2A0F5-9BFF-46A4-882D-5796ADD4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73BB6-BB65-41F0-A4C5-6E92746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홈은 오늘 가장 크게 변한 이슈부터 보여줍니다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F58B6-4F03-47A7-9017-F0B4873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68451-3707-4543-906D-3C943DCB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6771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6F204-B47A-4660-B9B8-D0729F1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오늘의 변화가 큰 이슈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B9FA-6F14-4A55-83BF-8D6E32D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기준 2026.07.13 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569FC-0D05-4170-BF29-E7B2C4A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1892-028B-467A-8E55-85A64F22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F40B5-7217-450D-ADA1-850C2D7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2881E-8899-418A-A9D3-4435CC5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9825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7일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781050" y="28194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FF0AB-B732-41FC-AB61-80896FD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글로벌 정책 일정 이슈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22AE8-19E3-411E-AA15-97DD97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5B5F9-4E07-462E-A694-131A45B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C9A35-BA84-419C-AAFE-DA04F20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+8%p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7EB2D-6C79-48EF-8291-2383A83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충분한 데이터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781050" y="37338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6FA27-2ABE-443B-A502-178A2A0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 규제 검토 이슈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A709A-917D-4EBD-A5DE-C8B4D471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5E9E3-1FC5-49AE-A3B1-F054088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147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393D3-EC12-4E06-9217-F290A02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-6%p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C7F39-EE14-46EE-ABB9-2896040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781050" y="46482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1908A-C072-4101-897D-182A7D8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국제 협상 진행 이슈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F47C5-524A-4253-B364-6FFC2725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4370E-2435-43C2-B59C-FBE5C8C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291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0BC41-6BA8-41A2-B944-2C3DB42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+5%p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803F6-C7DD-4D89-B408-EA52B22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958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85B5A-97E9-48E0-B639-29857E51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52750" cy="35814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7C2B9-F4E2-45BC-8218-BBF25C6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첫 화면에서 함께 보이는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5A773-5AAA-4767-A5A2-FFEEDB3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28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 현재 반영 기대값
02  24시간·7일 관측 변화
03  해석 주의 상태
04  데이터 기준 시각</a:t>
            </a:r>
          </a:p>
        </p:txBody>
      </p:sp>
    </p:spTree>
    <p:extLst>
      <p:ext uri="{BB962C8B-B14F-4D97-AF65-F5344CB8AC3E}">
        <p14:creationId xmlns:p14="http://schemas.microsoft.com/office/powerpoint/2010/main" val="1909735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65A8D-F371-4212-A813-21F405B0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D88C9-6DC1-4203-BD32-AC69B416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화면은 숫자보다 변화의 흐름을 보여줍니다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73A71-0DAA-4894-9690-E5C56F4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aa8e95c2946af"/>
          <a:stretch xmlns:a="http://schemas.openxmlformats.org/drawingml/2006/main"/>
        </p:blipFill>
        <p:spPr>
          <a:xfrm xmlns:a="http://schemas.openxmlformats.org/drawingml/2006/main" flipH="0" flipV="0">
            <a:off x="495300" y="166925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FEFA-B4B7-48EF-BDE6-2CF485B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239000" cy="4286250"/>
          </a:xfrm>
          <a:prstGeom xmlns:a="http://schemas.openxmlformats.org/drawingml/2006/main" prst="roundRect">
            <a:avLst>
              <a:gd name="adj" fmla="val 17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0C75B-1C3F-46BC-A578-F3988BDA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화면에서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DB4B5-6C6E-4995-8E69-D40B133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반영 기대값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0067A-8C20-40D1-9511-0BC849A2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286750" y="3600450"/>
            <a:ext cx="285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72CCA-DCE6-46D8-A3C3-66704E0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85480-1B73-4354-8A23-55FC8D23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1FF99-5F55-4865-9570-29E2F74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952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기간별 선형 차트
• 큰 변화 구간 표시
• 공개 자료와 출처
• 해석 주의 및 기준 시각</a:t>
            </a:r>
          </a:p>
        </p:txBody>
      </p:sp>
    </p:spTree>
    <p:extLst>
      <p:ext uri="{BB962C8B-B14F-4D97-AF65-F5344CB8AC3E}">
        <p14:creationId xmlns:p14="http://schemas.microsoft.com/office/powerpoint/2010/main" val="2053817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FE734-2AC4-4CC2-8623-3CCB276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35612-8DA2-4FF7-B172-B9E7B61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브리핑은 검증된 내용부터 단계적으로 공개됩니다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8FC4B-D818-4C2E-8E54-C3D820F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da0a5895f47b7"/>
          <a:srcRect xmlns:a="http://schemas.openxmlformats.org/drawingml/2006/main" l="18378" t="0" r="1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43800" y="1752600"/>
            <a:ext cx="39624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7A9A-0A9E-4639-A2FF-F112946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3962400" cy="3524250"/>
          </a:xfrm>
          <a:prstGeom xmlns:a="http://schemas.openxmlformats.org/drawingml/2006/main" prst="roundRect">
            <a:avLst>
              <a:gd name="adj" fmla="val 216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19240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369570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54673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0DDF-3D66-42AA-AB74-160B31AE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6CD3D-3DE5-4773-AA21-12C4ACA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4E69D-B16D-412A-B5AC-E128980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고정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A9E3C-87EF-4C35-984F-ADB316A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정의
관측 수치
공개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6A236-2689-486A-851A-0B85308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CA4FC-F966-464A-9129-31AC168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F4319-9D74-40D7-8B80-CBDCB80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A9141-D566-4322-8C78-960366A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번의
생성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30657-0772-41B6-BCD0-ED02FED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12246-0ADF-4D08-B462-E6DE539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26E4-DA48-4890-9D22-078395A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문단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2F4A0-87F2-4F6A-BB47-1C73023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
표현·순서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8FB43-13B7-4C10-9CF4-ED7FFE0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CC9AE-67F9-4709-A268-2295C2F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052E4-B1EE-4FBF-BBC0-08EC8D0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공개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5F50B-B80E-47A8-9793-E34D64F0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완료된 블록
순차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0914F-AF2D-4A87-9825-EE86650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실패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4724400" y="43434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ADD0D-156B-45D4-B2EF-5E80BCB3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530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시도는 공개하지 않고, 이전 정상 브리핑을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02571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B6749-AD49-4856-807A-799EC09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3C385-EAB8-4431-9B4C-0BB46AC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확인된 브리핑과 조건부 대화를 분리했습니다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79BE-53B3-497E-9074-51AD269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96000" y="1733550"/>
            <a:ext cx="286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2B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C33BE-883D-41ED-9A3F-09CBC02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FDBD2-3577-4FCC-9B0F-453E9158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2989F-92F7-4302-9596-9ABF7E3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이슈 브리핑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60F85-9D49-4BC0-85C5-B5B14BE6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확인된 정보를 안정적으로 읽는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5462D-873E-4477-8D2F-E57D3C9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 정의와 관측 수치
• 검증된 공개 자료와 출처
• 데이터 기준 시각과 주의사항
• 이전 정상 브리핑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6BB8E-EB59-409E-8814-F57ED66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03CE7-8A5E-44BC-B053-C87B73F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핵심 경험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AF6F9-BCCF-4FEA-83A6-49C9633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시나리오 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C9F83-63B7-4CC7-A155-075AD21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가정을 현재 정보와 분리해 살펴보는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00EF7-4109-42B9-A545-457D7DF9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이슈별 익명 세션
• 24시간 · 최대 8개 사용자 턴
• 외부 도구 접근 없음
• 검증된 완성 문단만 순차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0B632-AAE3-4D77-B673-D37C70B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F02FB-8EC3-4596-9136-D86A571C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3475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기본 비활성화 · 로컬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38027-0BFB-4E61-A288-FF03E6EE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819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가정이 현재 정보처럼 섞이지 않도록 두 경험을 구조적으로 분리했습니다.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10535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F3F2E-C486-45B0-85F0-B419973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2C6B2-59F0-4A0F-BF1F-B5903C7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안전장치는 안내 문구가 아니라 제품 구조입니다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858A6-D53A-449E-B38C-73F91382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A8A7-DD5C-4CBC-9E98-BBF488D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858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54635-8926-41B3-8435-96E39ED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55626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CFFE9-073A-476D-AD4E-BFC222D7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4229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DAE2E-6F6D-46DB-B726-2D7AC6D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E382-B1D7-4257-8A5D-8B2D3C9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12396-ADC3-4031-AF53-BB08358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출력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63A5F-76B7-4B0C-B821-827CE029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0E6A5-B907-43FC-9783-F3C58D9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집계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5E2DA-BE90-4FA2-AA74-1B847DF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모든 수치에 기준 시각과 주의사항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05884-6DB3-4D4A-9FF0-E570189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수치·출처·표현을 동일한 규칙으로 재검증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7E37C-C013-424F-883C-35B773F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AI가 사용할 수 있는 자료를 사전에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A6106-0555-4ACE-9ED2-8471D48E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개인 단위 탐색 없이 시장·이슈 단위로만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BA98D-A5AF-4EC0-B1A3-3770EE7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00750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 단정 없음  ·  임의 관계 연결 없음  ·  개인 식별 없음</a:t>
            </a:r>
          </a:p>
        </p:txBody>
      </p:sp>
    </p:spTree>
    <p:extLst>
      <p:ext uri="{BB962C8B-B14F-4D97-AF65-F5344CB8AC3E}">
        <p14:creationId xmlns:p14="http://schemas.microsoft.com/office/powerpoint/2010/main" val="1138787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0F54C-3520-468D-89C9-DC0362C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E4E7-4089-4D4D-8C8A-63A1F90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수집과 생성 경로를 분리해 안정적으로 동작합니다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F699-84C1-460C-84D3-85B08E6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211455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4533900" y="2895600"/>
            <a:ext cx="819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701040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9467850" y="2895600"/>
            <a:ext cx="704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6191250" y="3943350"/>
            <a:ext cx="286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6191250" y="4648200"/>
            <a:ext cx="32575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3E41E-9165-4199-AC8A-45080FB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00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B2AD2-0DFF-41F4-83A7-D097440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638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6CF1E-68FC-4991-8F23-935DDE44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657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EC58D-D05B-42F9-B0D7-A5FB1328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6B852-EA1F-456B-97CA-78ADD00E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90738-F6AC-4E07-9731-5282EAB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657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F651-14A4-4062-AF36-8679315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4EFF2-0EFA-41F3-BBB6-407CC1C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121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4시간 주기
Python 수집기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EF2F2-81C8-40A0-A8DB-5AF8EAF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B3728-310F-43F8-881B-930F15F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F8963-DD90-4CC3-B16E-0F6990D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D1DCD-F7F2-41D3-91E8-AA5C7AD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독립 AI 워커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D313A-BE38-485A-930F-9B9F510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일반 조회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46766-E7D6-41B6-B989-F25DFA9B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요청이 있을 때만 생성</a:t>
            </a:r>
          </a:p>
        </p:txBody>
      </p:sp>
    </p:spTree>
    <p:extLst>
      <p:ext uri="{BB962C8B-B14F-4D97-AF65-F5344CB8AC3E}">
        <p14:creationId xmlns:p14="http://schemas.microsoft.com/office/powerpoint/2010/main" val="835781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CD451-EA49-4674-880E-3139B23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13850-7888-4761-8E29-C8D0C9E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4명이 역할을 나누고, PM이 전체 연결을 지원했습니다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162EC-5086-414F-B6AF-A684F84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3943350" y="2362200"/>
            <a:ext cx="7429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3943350" y="3429000"/>
            <a:ext cx="3048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943350" y="3429000"/>
            <a:ext cx="53530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A813B-864D-4EC9-8937-0F28E2E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448050" cy="40005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2709F-7F04-472D-B13E-89E4DD7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726F4-002A-40A4-A7FF-1FD0A79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510B0-7AFE-4971-A162-F3AFC11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25441-5E81-494D-9AB7-B4B4BA6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PM /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A531B-C29C-4008-830A-71143167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Reviewer · Debugger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83F98-23CF-4CC6-97CC-22EDA5C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E4FF0-3D49-403C-AC78-84B79DA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7241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일정·범위 조율
전 영역 구현 지원
문구·안전 검토
통합 리뷰와 디버깅
발표·데모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BF51A-244A-4452-86E2-1F45D59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872AA-A938-44AB-83DA-FCD967FE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2714F-81CB-4192-914C-024D5BA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C772C-D63E-4782-AE2E-F271ECE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홈·상세 화면
차트·반응형
접근성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46118-622B-4681-9CF3-8EABBCE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16C25-F3FE-443E-A1B0-9310A57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2D4C-5FCE-4BA2-8766-4EE6C76C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55AF8-6053-4EAE-B8C8-69216625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데이터베이스·API
수집·복구 경로
안정성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7D073-F919-423B-B8CE-9F4D578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/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2EA9A-9F0E-4286-9874-C9F6346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EE770-579A-4EC9-BDD8-5160181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39620-8407-466C-ABED-C8266E8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정규화·변화 지표
근거 검증
브리핑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2688-54DF-4B52-A01E-04D63A4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43600"/>
            <a:ext cx="872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각 역할은 전문 영역을 맡고, PM은 전체 진행을 도우며 리뷰와 디버깅을 함께 담당했습니다.</a:t>
            </a:r>
          </a:p>
        </p:txBody>
      </p:sp>
    </p:spTree>
    <p:extLst>
      <p:ext uri="{BB962C8B-B14F-4D97-AF65-F5344CB8AC3E}">
        <p14:creationId xmlns:p14="http://schemas.microsoft.com/office/powerpoint/2010/main" val="572886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4DE9D-63A5-4F31-9FE6-429EE93B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C0D72-2659-4549-87E3-DA88CB5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작동하는 화면뿐 아니라, 실패 방식까지 검증했습니다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06EEC-8050-42E6-A0F8-ADE2C46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C30F8-F704-48E9-87F9-575973E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 생성 실패, 연결 중단, 데이터 부족 상태를 숨기지 않고 안전하게 복구합니다.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46D0F-1C46-4212-860C-A7CB1164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6AB08-33CB-4816-B070-5C9E2B5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89911-868D-405A-8CE8-367C89F2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F698-9650-41B3-8AB9-6707A8B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회귀 테스트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2D6E-BB84-4987-BB9E-873D1C4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813C-E728-44A7-93FA-0F07402A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320px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B0308-2FB8-4182-98DE-0CD0CB8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Responsive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46E35-2B2E-449E-9007-16AB6C1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좁은 화면까지 레이아웃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BFEA3-D873-4D03-ADD7-6A966C1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BBE9E-EE64-4A64-9979-7690A0F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7DA8E-F66B-48AF-9044-56E7A53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0993C-9D21-4892-A17E-38D1F63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포맷·타입·린트·빌드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7CE0-24FB-4043-8675-77444A0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SSE 재생 · 폴링 대체 · 이전 정상 결과 유지 · 잘못된 수치/표현 차단</a:t>
            </a:r>
          </a:p>
        </p:txBody>
      </p:sp>
    </p:spTree>
    <p:extLst>
      <p:ext uri="{BB962C8B-B14F-4D97-AF65-F5344CB8AC3E}">
        <p14:creationId xmlns:p14="http://schemas.microsoft.com/office/powerpoint/2010/main" val="452663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92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B3B3B-2758-4C92-A32E-A5ECCE85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FC258-346F-471E-ACDB-728031E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572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미래를 대신 판단하는 화면이 아니라,
기대가 변한 순간을 읽는 도구입니다.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2324100" y="4210050"/>
            <a:ext cx="7543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6B6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B23F1-EE64-42EC-8656-F5C1C0A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A1460-BD8C-4633-8D64-D05BB894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8C92-42CF-4FFE-A4AC-9EBF6B4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95"/>
          </a:solidFill>
          <a:ln xmlns:a="http://schemas.openxmlformats.org/drawingml/2006/main" w="0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092A1-519E-464E-A5BA-2764339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CF2D3-E4B0-4231-AA98-ADA30D20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99D0F-688F-4928-B2B0-89EE456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B49BF-6DD0-4414-B7ED-E191D0B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102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데이터로 복잡한 글로벌 이슈의 변화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725857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2026-07-13T06:44:18.8500000Z</dcterms:created>
  <dcterms:modified xsi:type="dcterms:W3CDTF">2026-07-13T06:44:18.8500000Z</dcterms:modified>
</coreProperties>
</file>