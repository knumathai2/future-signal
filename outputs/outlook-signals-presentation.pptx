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b56c81ddbc4af4" /><Relationship Type="http://schemas.openxmlformats.org/officeDocument/2006/relationships/extended-properties" Target="/docProps/app.xml" Id="Rf7f655ceaab241a6" /><Relationship Type="http://schemas.openxmlformats.org/officeDocument/2006/relationships/officeDocument" Target="/ppt/presentation.xml" Id="R904428d75d4b4f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699148c85d4fe6"/>
  </p:sldMasterIdLst>
  <p:notesMasterIdLst>
    <p:notesMasterId xmlns:r="http://schemas.openxmlformats.org/officeDocument/2006/relationships" r:id="R547729ba1f2047f4"/>
  </p:notesMasterIdLst>
  <p:sldIdLst>
    <p:sldId xmlns:r="http://schemas.openxmlformats.org/officeDocument/2006/relationships" id="256" r:id="R7919a82b9976414b"/>
    <p:sldId xmlns:r="http://schemas.openxmlformats.org/officeDocument/2006/relationships" id="257" r:id="R93b7a8f3acfc463f"/>
    <p:sldId xmlns:r="http://schemas.openxmlformats.org/officeDocument/2006/relationships" id="258" r:id="R499b1020d489408e"/>
    <p:sldId xmlns:r="http://schemas.openxmlformats.org/officeDocument/2006/relationships" id="259" r:id="R649ee232dcfc4cbe"/>
    <p:sldId xmlns:r="http://schemas.openxmlformats.org/officeDocument/2006/relationships" id="260" r:id="Rb047a9bd2c2b4efe"/>
    <p:sldId xmlns:r="http://schemas.openxmlformats.org/officeDocument/2006/relationships" id="261" r:id="R840e0a2ccd6644d0"/>
    <p:sldId xmlns:r="http://schemas.openxmlformats.org/officeDocument/2006/relationships" id="262" r:id="Ra925e4b344e24441"/>
    <p:sldId xmlns:r="http://schemas.openxmlformats.org/officeDocument/2006/relationships" id="263" r:id="R60432532acbe486d"/>
    <p:sldId xmlns:r="http://schemas.openxmlformats.org/officeDocument/2006/relationships" id="264" r:id="Ra9ee1de950814bf3"/>
    <p:sldId xmlns:r="http://schemas.openxmlformats.org/officeDocument/2006/relationships" id="265" r:id="Rfb2698332ee3478a"/>
    <p:sldId xmlns:r="http://schemas.openxmlformats.org/officeDocument/2006/relationships" id="266" r:id="R51cb5f82e096463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fd03bf3a7d4633" /><Relationship Type="http://schemas.openxmlformats.org/officeDocument/2006/relationships/slideMaster" Target="/ppt/slideMasters/slideMaster1.xml" Id="Rdb699148c85d4fe6" /><Relationship Type="http://schemas.openxmlformats.org/officeDocument/2006/relationships/notesMaster" Target="/ppt/notesMasters/notesMaster1.xml" Id="R547729ba1f2047f4" /><Relationship Type="http://schemas.openxmlformats.org/officeDocument/2006/relationships/presProps" Target="/ppt/presProps.xml" Id="R4716bb4aecec4a51" /><Relationship Type="http://schemas.openxmlformats.org/officeDocument/2006/relationships/tableStyles" Target="/ppt/tableStyles.xml" Id="R13901f641c7c4427" /><Relationship Type="http://schemas.openxmlformats.org/officeDocument/2006/relationships/slide" Target="/ppt/slides/slide1.xml" Id="R7919a82b9976414b" /><Relationship Type="http://schemas.openxmlformats.org/officeDocument/2006/relationships/slide" Target="/ppt/slides/slide2.xml" Id="R93b7a8f3acfc463f" /><Relationship Type="http://schemas.openxmlformats.org/officeDocument/2006/relationships/slide" Target="/ppt/slides/slide3.xml" Id="R499b1020d489408e" /><Relationship Type="http://schemas.openxmlformats.org/officeDocument/2006/relationships/slide" Target="/ppt/slides/slide4.xml" Id="R649ee232dcfc4cbe" /><Relationship Type="http://schemas.openxmlformats.org/officeDocument/2006/relationships/slide" Target="/ppt/slides/slide5.xml" Id="Rb047a9bd2c2b4efe" /><Relationship Type="http://schemas.openxmlformats.org/officeDocument/2006/relationships/slide" Target="/ppt/slides/slide6.xml" Id="R840e0a2ccd6644d0" /><Relationship Type="http://schemas.openxmlformats.org/officeDocument/2006/relationships/slide" Target="/ppt/slides/slide7.xml" Id="Ra925e4b344e24441" /><Relationship Type="http://schemas.openxmlformats.org/officeDocument/2006/relationships/slide" Target="/ppt/slides/slide8.xml" Id="R60432532acbe486d" /><Relationship Type="http://schemas.openxmlformats.org/officeDocument/2006/relationships/slide" Target="/ppt/slides/slide9.xml" Id="Ra9ee1de950814bf3" /><Relationship Type="http://schemas.openxmlformats.org/officeDocument/2006/relationships/slide" Target="/ppt/slides/slide10.xml" Id="Rfb2698332ee3478a" /><Relationship Type="http://schemas.openxmlformats.org/officeDocument/2006/relationships/slide" Target="/ppt/slides/slide11.xml" Id="R51cb5f82e09646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01d9d8577948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7714d6e4d74558" /><Relationship Type="http://schemas.openxmlformats.org/officeDocument/2006/relationships/notesMaster" Target="/ppt/notesMasters/notesMaster1.xml" Id="R5fcd1fcaa52c4d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d55e841bdf4d9d" /><Relationship Type="http://schemas.openxmlformats.org/officeDocument/2006/relationships/notesMaster" Target="/ppt/notesMasters/notesMaster1.xml" Id="R1c28ed3cb6434b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503ee1fcaa46ff" /><Relationship Type="http://schemas.openxmlformats.org/officeDocument/2006/relationships/notesMaster" Target="/ppt/notesMasters/notesMaster1.xml" Id="R3309687a6f8a41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d62f7775e846c3" /><Relationship Type="http://schemas.openxmlformats.org/officeDocument/2006/relationships/notesMaster" Target="/ppt/notesMasters/notesMaster1.xml" Id="R623cd4db44834f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629d9166204c67" /><Relationship Type="http://schemas.openxmlformats.org/officeDocument/2006/relationships/notesMaster" Target="/ppt/notesMasters/notesMaster1.xml" Id="Ra75b54072d3b48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cfeeebcd214f9b" /><Relationship Type="http://schemas.openxmlformats.org/officeDocument/2006/relationships/notesMaster" Target="/ppt/notesMasters/notesMaster1.xml" Id="R4b49d9e7d9a44c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7213054f5d4fad" /><Relationship Type="http://schemas.openxmlformats.org/officeDocument/2006/relationships/notesMaster" Target="/ppt/notesMasters/notesMaster1.xml" Id="R153c8d3e4eb348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72a6d842c84e3a" /><Relationship Type="http://schemas.openxmlformats.org/officeDocument/2006/relationships/notesMaster" Target="/ppt/notesMasters/notesMaster1.xml" Id="R1936850ea45147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dc61307275408a" /><Relationship Type="http://schemas.openxmlformats.org/officeDocument/2006/relationships/notesMaster" Target="/ppt/notesMasters/notesMaster1.xml" Id="R24d5dc0036994c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0416a10bd54a10" /><Relationship Type="http://schemas.openxmlformats.org/officeDocument/2006/relationships/notesMaster" Target="/ppt/notesMasters/notesMaster1.xml" Id="Rdbd8c6b854f64f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64841e27a74b01" /><Relationship Type="http://schemas.openxmlformats.org/officeDocument/2006/relationships/notesMaster" Target="/ppt/notesMasters/notesMaster1.xml" Id="Rddd25adf0c6448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9bfb85263f49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801477805c4ebd" /><Relationship Type="http://schemas.openxmlformats.org/officeDocument/2006/relationships/slideLayout" Target="/ppt/slideLayouts/slideLayout1.xml" Id="R80479f4275f94a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479f4275f94a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6de2f29a44813" /><Relationship Type="http://schemas.openxmlformats.org/officeDocument/2006/relationships/image" Target="/ppt/media/image.jpeg" Id="R6800d64897ed4c5d" /><Relationship Type="http://schemas.openxmlformats.org/officeDocument/2006/relationships/notesSlide" Target="/ppt/notesSlides/notesSlide1.xml" Id="Re902fccebe8e4a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3e1d6f86a4683" /><Relationship Type="http://schemas.openxmlformats.org/officeDocument/2006/relationships/notesSlide" Target="/ppt/notesSlides/notesSlide2.xml" Id="R16117bb3424b48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ad5e177fb40b2" /><Relationship Type="http://schemas.openxmlformats.org/officeDocument/2006/relationships/notesSlide" Target="/ppt/notesSlides/notesSlide3.xml" Id="Re7a1c9d5d4664c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da1f623f24c9b" /><Relationship Type="http://schemas.openxmlformats.org/officeDocument/2006/relationships/notesSlide" Target="/ppt/notesSlides/notesSlide4.xml" Id="Rdb5eb212f05247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5c375923b410b" /><Relationship Type="http://schemas.openxmlformats.org/officeDocument/2006/relationships/notesSlide" Target="/ppt/notesSlides/notesSlide5.xml" Id="Re42147a4bb4c42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b1efda01a459b" /><Relationship Type="http://schemas.openxmlformats.org/officeDocument/2006/relationships/image" Target="/ppt/media/image2.jpeg" Id="Rc4c3e1593f194a93" /><Relationship Type="http://schemas.openxmlformats.org/officeDocument/2006/relationships/notesSlide" Target="/ppt/notesSlides/notesSlide6.xml" Id="R5629885e8bf34a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61cb255b84c93" /><Relationship Type="http://schemas.openxmlformats.org/officeDocument/2006/relationships/image" Target="/ppt/media/image3.jpeg" Id="R1ca19a1813134ea1" /><Relationship Type="http://schemas.openxmlformats.org/officeDocument/2006/relationships/notesSlide" Target="/ppt/notesSlides/notesSlide7.xml" Id="Rde77eb00706746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a97744aad4cbc" /><Relationship Type="http://schemas.openxmlformats.org/officeDocument/2006/relationships/notesSlide" Target="/ppt/notesSlides/notesSlide8.xml" Id="R6f04a7ae3d4b4c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d8adbf5aa41f3" /><Relationship Type="http://schemas.openxmlformats.org/officeDocument/2006/relationships/notesSlide" Target="/ppt/notesSlides/notesSlide9.xml" Id="Rf66e072e5f9244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49bc12ceb4669" /><Relationship Type="http://schemas.openxmlformats.org/officeDocument/2006/relationships/notesSlide" Target="/ppt/notesSlides/notesSlide10.xml" Id="R16116783bfd345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509a6a4244931" /><Relationship Type="http://schemas.openxmlformats.org/officeDocument/2006/relationships/notesSlide" Target="/ppt/notesSlides/notesSlide11.xml" Id="Refa0d08ef0be47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0d64897ed4c5d"/>
          <a:srcRect xmlns:a="http://schemas.openxmlformats.org/drawingml/2006/main" l="23166" t="0" r="231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514350"/>
            <a:ext cx="5543550" cy="5810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04710-5DAA-42D4-B812-58496100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"/>
            <a:ext cx="5543550" cy="5810250"/>
          </a:xfrm>
          <a:prstGeom xmlns:a="http://schemas.openxmlformats.org/drawingml/2006/main" prst="roundRect">
            <a:avLst>
              <a:gd name="adj" fmla="val 13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99995-6925-4F0D-9E7A-1134BDBF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4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E820B-B058-47C4-BFA3-90825EA3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09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0E6E5-5132-4E25-A29B-C753C2B2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2387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뉴스가 끝난 뒤,
기대는 어떻게 달라졌을까?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D334B-E444-40DC-8BEE-1228573C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4953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공개 예측시장 데이터로 글로벌 이슈의
기대 변화 흐름을 읽는 모니터링 대시보드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76E46-AC4D-4169-942E-1DCF5C48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3905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0">
            <a:solidFill>
              <a:srgbClr val="DDE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D94A4-40A9-496C-B1F1-739FC91B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3676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PUBLIC DATA · TIME SERIES · CAUTION</a:t>
            </a:r>
          </a:p>
        </p:txBody>
      </p:sp>
    </p:spTree>
    <p:extLst>
      <p:ext uri="{BB962C8B-B14F-4D97-AF65-F5344CB8AC3E}">
        <p14:creationId xmlns:p14="http://schemas.microsoft.com/office/powerpoint/2010/main" val="2863887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F3567D-01C5-4051-BEB9-3C08F490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815D4-402E-4DB5-8094-192AEF5E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이슈는 넘치지만, 변화의 강도는 한눈에 보이지 않습니다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11D77-7615-4D98-AD98-88AC9E5C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8ECEC-74B4-4387-B7AB-97B7117E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1432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0D5D6-0886-4578-9C8D-200E1146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66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뉴스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C4E59-C6F9-4B75-9525-4F631C4E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667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무슨 일이 있었는지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AF378-589F-49EB-84ED-65A44E2A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66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사건을 빠르게 전달하지만
기대의 변화량은 직접 연결해야 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1B91C-80A7-48FC-9E7E-52DAF322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809750"/>
            <a:ext cx="31432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AC82A-F08E-4399-8352-648DAC62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57400"/>
            <a:ext cx="266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소셜 피드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2E920-AFBA-43EE-989C-6BD4B8B4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86050"/>
            <a:ext cx="2667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반응은 빠르지만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3395A-E043-4B78-9EF2-FCC97FD8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33750"/>
            <a:ext cx="266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서로 다른 관점과 잡음이 섞여
변화의 방향을 분리하기 어렵습니다.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908595-A0F9-4D23-B68F-E607BD3E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31432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969BB-4B88-454D-A055-CC5C9F49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57400"/>
            <a:ext cx="266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전문 보고서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64858-8C40-4265-A1B3-116C2617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2667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깊이는 있지만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F2CBA-9DBD-479A-9BDD-12DD2EFA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266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분석에 시간이 필요해
매일의 변화를 따라가기 어렵습니다.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DA2A3-310E-4320-95ED-AF5F1B79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9906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사용자는 결국 세 정보를 직접 연결해 ‘무엇이, 언제, 얼마나 달라졌는지’를 판단해야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5846394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FE9E6C-F377-46EB-89E4-86B9535B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5E1C4-5B8E-4527-91B7-D4D6CCEC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공개 데이터에는 기대가 변한 흔적이 남습니다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D8BE1-742D-4C0D-B9A7-6569F42C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FE9C7-E235-4AA1-AE92-3C8DFD63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사건 중심 정보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69751-2D41-431A-B76B-4FF14F33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8575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정책 발표
공식 일정 변경
새로운 조사 결과
기관 발표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095750" y="3200400"/>
            <a:ext cx="14097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6043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49154-1DDB-40F4-B921-171EBEDE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76575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6613D-9E0B-4CE1-8103-EA3FF80E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시간에 따른 변화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6610350" y="4705350"/>
            <a:ext cx="42862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6610350" y="2343150"/>
            <a:ext cx="286" cy="2362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6724650" y="4171950"/>
            <a:ext cx="904875" cy="286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7629525" y="3448050"/>
            <a:ext cx="286" cy="7239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7629525" y="3448050"/>
            <a:ext cx="1028700" cy="286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8658225" y="3048000"/>
            <a:ext cx="286" cy="4000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8658225" y="3048000"/>
            <a:ext cx="990600" cy="286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9648825" y="2571750"/>
            <a:ext cx="286" cy="4762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9648825" y="2571750"/>
            <a:ext cx="1047750" cy="286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057289-7729-4D7E-93D6-7D0F4C71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86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77A40-9A48-40DB-8C39-B70EE423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48250"/>
            <a:ext cx="171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24h  +8%p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848283-72C9-49D4-A6BB-3EA8D74C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48250"/>
            <a:ext cx="171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7d  +13%p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BD7813-B12F-4C3A-81E8-E89E2647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05500"/>
            <a:ext cx="674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단일 숫자가 아니라 ‘재평가의 흐름’을 읽습니다.</a:t>
            </a:r>
          </a:p>
        </p:txBody>
      </p:sp>
    </p:spTree>
    <p:extLst>
      <p:ext uri="{BB962C8B-B14F-4D97-AF65-F5344CB8AC3E}">
        <p14:creationId xmlns:p14="http://schemas.microsoft.com/office/powerpoint/2010/main" val="8322544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DE2DC7-CE0C-4E1E-A81E-B277E214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E69DF-2485-4EBB-BA10-D145BE46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10초 안에 변화를 발견하고, 한 이슈를 끝까지 확인합니다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B0270-F87D-4F31-8423-CC830165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2438400" y="3067050"/>
            <a:ext cx="11811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29" name=""/>
          <p:cNvCxnSpPr/>
          <p:nvPr/>
        </p:nvCxnSpPr>
        <p:spPr>
          <a:xfrm xmlns:a="http://schemas.openxmlformats.org/drawingml/2006/main">
            <a:off x="5276850" y="3067050"/>
            <a:ext cx="11811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8115300" y="3067050"/>
            <a:ext cx="11811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10523-71BA-443F-A7C9-FBAAC672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146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8DD13-B131-42DC-998B-E4A96B77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886075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C6739-5DD2-4DB2-9D72-568FD852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이슈 발견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B47CA-7A88-43C5-814A-675899DF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2514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24h·7d 변화가 큰
이슈를 먼저 탐색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1F203-19C0-444A-A64F-E9939E2D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146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621"/>
          </a:solidFill>
          <a:ln xmlns:a="http://schemas.openxmlformats.org/drawingml/2006/main" w="0">
            <a:solidFill>
              <a:srgbClr val="2926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0AB82-C445-4100-BB83-1E941575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886075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A0E0C-AE22-44EA-9581-F6F4DDC9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52850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변화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C4D77-C4A7-4846-91EA-D7E916C1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24350"/>
            <a:ext cx="2514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차트와 변곡 구간으로
방향과 크기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5738AD-40C7-4B97-8895-0FACDEBA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621"/>
          </a:solidFill>
          <a:ln xmlns:a="http://schemas.openxmlformats.org/drawingml/2006/main" w="0">
            <a:solidFill>
              <a:srgbClr val="29262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62D2C-D954-434B-9876-AEF29284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86075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A6409-B4F9-4553-B83E-7AE9561D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근거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DC0912-23DA-42E0-8F6F-A09300FF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2514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브리핑과 공개 출처로
현재 확인 가능한 내용 점검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9E10A7-68F3-406D-8592-89AB28FA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7146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621"/>
          </a:solidFill>
          <a:ln xmlns:a="http://schemas.openxmlformats.org/drawingml/2006/main" w="0">
            <a:solidFill>
              <a:srgbClr val="29262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98744-2284-435A-BA80-7B355E1F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2886075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53D837-7530-4D32-A462-35A96471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52850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신중한 해석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B60407-48B4-4033-806D-CE59030D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24350"/>
            <a:ext cx="2514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기준 시각과 주의사항으로
데이터의 한계까지 확인</a:t>
            </a:r>
          </a:p>
        </p:txBody>
      </p:sp>
    </p:spTree>
    <p:extLst>
      <p:ext uri="{BB962C8B-B14F-4D97-AF65-F5344CB8AC3E}">
        <p14:creationId xmlns:p14="http://schemas.microsoft.com/office/powerpoint/2010/main" val="20325458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1367E3-E305-4222-B117-ED3498FD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4D205-8BE7-42B0-B540-D57DC375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홈은 오늘 가장 크게 변한 이슈부터 보여줍니다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F7B55-374E-4F8D-B4A2-A934883A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69A94-4516-4BEA-9B30-936424DD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7677150" cy="44005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39371-854E-4D52-8A30-BBEB8F0A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오늘의 변화가 큰 이슈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A6962-2A4A-4A2C-A579-DEF15596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57375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데이터 기준 2026.07.13 09:00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E3A5F-4852-4E82-B012-5C382A82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0">
            <a:solidFill>
              <a:srgbClr val="F1D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74826-7742-4585-BB9C-CD82A345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9825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24시간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E90ED-9465-450F-A6D2-AC709717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4315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0">
            <a:solidFill>
              <a:srgbClr val="F0EC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2C921-39C5-48C2-9B13-5180D7DB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9825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7일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781050" y="2819400"/>
            <a:ext cx="70104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74F4B-DC11-4F1E-B2D3-C146DB08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글로벌 정책 일정 이슈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E784C-FFC9-4163-9C06-C0AB85B1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정책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E2DD6A-94F4-4944-9F78-3592A84B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0375"/>
            <a:ext cx="95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63%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2A496-00AA-4864-90DC-8A1DA01B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87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+8%p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57CA0B-A38B-4AE2-B397-FCA3481C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67050"/>
            <a:ext cx="1009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충분한 데이터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781050" y="3733800"/>
            <a:ext cx="70104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39C18A-8346-4744-A873-97B126A6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기술 규제 검토 이슈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3E659-5531-4F34-A6D2-48649F0E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69084E-64E9-431C-8631-14D898CE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14775"/>
            <a:ext cx="95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B98CE6-EC77-4368-9229-BFEEB10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43350"/>
            <a:ext cx="87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-6%p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C251E8-17B0-4328-9549-1BFF2E40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81450"/>
            <a:ext cx="1009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해석 주의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781050" y="4648200"/>
            <a:ext cx="70104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CA4C71-5B63-4D35-81E5-815CA7D2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국제 협상 진행 이슈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85FB56-A4DF-4476-B3C0-81A77F4D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외교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843BC5-94A9-44C6-A3A6-59CE434B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29175"/>
            <a:ext cx="95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72%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716611-6259-4588-8D98-25DA300E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57750"/>
            <a:ext cx="87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+5%p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4CC925-F6C8-4BC9-84A7-3B0A188C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95850"/>
            <a:ext cx="1009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데이터 제한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8FE5AC-4CBB-40D5-A4FE-3D4A7A42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952750" cy="35814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0">
            <a:solidFill>
              <a:srgbClr val="F0EC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422024-7583-4F61-9610-25D01163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2381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첫 화면에서 함께 보이는 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C5C8DF-BC4D-44C5-8B2A-4A4899FD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2286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  현재 반영 기대값
02  24시간·7일 관측 변화
03  해석 주의 상태
04  데이터 기준 시각</a:t>
            </a:r>
          </a:p>
        </p:txBody>
      </p:sp>
    </p:spTree>
    <p:extLst>
      <p:ext uri="{BB962C8B-B14F-4D97-AF65-F5344CB8AC3E}">
        <p14:creationId xmlns:p14="http://schemas.microsoft.com/office/powerpoint/2010/main" val="14171315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1AFA01-B502-4444-85C1-7A98E593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D1F39-E328-415F-BFF2-7E02819F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상세 화면은 숫자보다 변화의 흐름을 보여줍니다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1B0A1-79EA-4129-8696-BC527183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3e1593f194a93"/>
          <a:stretch xmlns:a="http://schemas.openxmlformats.org/drawingml/2006/main"/>
        </p:blipFill>
        <p:spPr>
          <a:xfrm xmlns:a="http://schemas.openxmlformats.org/drawingml/2006/main">
            <a:off x="495300" y="1669256"/>
            <a:ext cx="7239000" cy="40719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5F790-0BF2-4DC3-B1FF-9E577B29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7239000" cy="4286250"/>
          </a:xfrm>
          <a:prstGeom xmlns:a="http://schemas.openxmlformats.org/drawingml/2006/main" prst="roundRect">
            <a:avLst>
              <a:gd name="adj" fmla="val 177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6A07C-2BC5-4EE7-94EC-F53691D8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33550"/>
            <a:ext cx="2762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한 화면에서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30624-3DCB-467B-AD91-87026611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반영 기대값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90842-194C-4CDC-A538-C33FEDEA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2762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63%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8286750" y="3600450"/>
            <a:ext cx="28575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2F005-732F-4E0B-B8AE-044ADD34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24h  +8%p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4BC81-B9E3-442E-A290-69D8622E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052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7d  +13%p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E615B-2D74-4B56-A541-B0FD642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2952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• 기간별 선형 차트
• 큰 변화 구간 표시
• 공개 자료와 출처
• 해석 주의 및 기준 시각</a:t>
            </a:r>
          </a:p>
        </p:txBody>
      </p:sp>
    </p:spTree>
    <p:extLst>
      <p:ext uri="{BB962C8B-B14F-4D97-AF65-F5344CB8AC3E}">
        <p14:creationId xmlns:p14="http://schemas.microsoft.com/office/powerpoint/2010/main" val="9918474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CB9EC8-43A5-4B6A-9190-D2A2F029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3A92A-4535-44F3-B647-B9D82631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AI 브리핑은 검증된 내용부터 단계적으로 공개됩니다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D2E71-94D0-4E5F-9201-A2BD6327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07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19a1813134ea1"/>
          <a:srcRect xmlns:a="http://schemas.openxmlformats.org/drawingml/2006/main" l="18378" t="0" r="18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1752600"/>
            <a:ext cx="3962400" cy="3524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DEF59-8F42-48FF-89F2-36E94E2D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52600"/>
            <a:ext cx="3962400" cy="3524250"/>
          </a:xfrm>
          <a:prstGeom xmlns:a="http://schemas.openxmlformats.org/drawingml/2006/main" prst="roundRect">
            <a:avLst>
              <a:gd name="adj" fmla="val 216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924050" y="3219450"/>
            <a:ext cx="3619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3695700" y="3219450"/>
            <a:ext cx="3619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5467350" y="3219450"/>
            <a:ext cx="3619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93C0D-AF62-4F91-A2A0-FD378461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1409700" cy="20383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F3FA7-0850-4705-81D7-3A18D3CD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13AB1-079C-4A83-A990-8F09A33E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10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고정 근거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B5E18-D204-48D0-891F-CDFC3DC1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104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이슈 정의
관측 수치
공개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AE5C8-55B2-45EF-A94D-BD7D94CF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05050"/>
            <a:ext cx="1409700" cy="20383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D091E-1F0D-46DA-8684-A811DAFF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765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4ADF75-F443-4B8B-9018-7492642D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95600"/>
            <a:ext cx="110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AI 작성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085F16-F448-4779-B6EF-FB5A00A4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29000"/>
            <a:ext cx="1104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한 번의
생성 요청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63CE9-6DA0-4D00-A187-70D2C780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05050"/>
            <a:ext cx="1409700" cy="20383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DCD92-E8B8-4A77-8EA3-51112CF6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765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C74AC-B9BD-43A2-B937-43416D5A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95600"/>
            <a:ext cx="110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문단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837443-7374-4D58-8940-486326F8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29000"/>
            <a:ext cx="1104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수치·출처
표현·순서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E7D9D2-D6D3-4D49-872E-BC83A59E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05050"/>
            <a:ext cx="1409700" cy="20383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57FB5F-DB6F-4799-B69D-D5CD6615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2C41DC-06CF-44E3-BE91-D2BFB722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95600"/>
            <a:ext cx="110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화면 공개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5C550F-51C0-4FB8-BE3C-5F84A80F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1104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완료된 블록
순차 표시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58995D-41F8-4EEA-BFD1-1A9515BB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577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검증 실패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4724400" y="4343400"/>
            <a:ext cx="286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9D381A-43A7-4F4B-AC7F-D20C5D77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53050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시도는 공개하지 않고, 이전 정상 브리핑을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2011970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571D91-7E3F-4812-B6FC-86D71455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46942-D529-48D1-A528-95423D2B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안전장치는 안내 문구가 아니라 제품 구조입니다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98A69-2F20-4456-9098-76CF8612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DF820-2DF5-4503-BBAE-47651637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8580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BABDA-8F1B-43F6-ABCB-89A72430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66950"/>
            <a:ext cx="55626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667E9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C40A7-0D83-4863-A5DE-056AFC36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24150"/>
            <a:ext cx="42291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9525">
            <a:solidFill>
              <a:srgbClr val="B760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94477-A09F-4C55-AA90-BD0EDDB6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19450"/>
            <a:ext cx="2667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92621"/>
          </a:solidFill>
          <a:ln xmlns:a="http://schemas.openxmlformats.org/drawingml/2006/main" w="0">
            <a:solidFill>
              <a:srgbClr val="2926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06E30-855B-4CCA-B6F4-2267D279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화면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E9FE3-E2D3-4A7A-A6A8-2BD37EC4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574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출력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C8017-2C9B-4FFC-A180-84E71E72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146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근거 제한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FA7DE-7883-4FED-AF32-7A348C67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235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집계 데이터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58377-CDBB-46ED-B465-666F0327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3200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모든 수치에 기준 시각과 주의사항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56826-A383-4DF9-B13F-09A6CA44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00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수치·출처·표현을 동일한 규칙으로 재검증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8885C-55FF-4D15-A451-FB8859C4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52850"/>
            <a:ext cx="3200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AI가 사용할 수 있는 자료를 사전에 고정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B9D754-8E3D-4F1C-A3C8-41B6A924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48200"/>
            <a:ext cx="3200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개인 단위 탐색 없이 시장·이슈 단위로만 제공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1CB41C-70FF-4AC4-9162-417A7708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00750"/>
            <a:ext cx="7429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결과 단정 없음  ·  임의 관계 연결 없음  ·  개인 식별 없음</a:t>
            </a:r>
          </a:p>
        </p:txBody>
      </p:sp>
    </p:spTree>
    <p:extLst>
      <p:ext uri="{BB962C8B-B14F-4D97-AF65-F5344CB8AC3E}">
        <p14:creationId xmlns:p14="http://schemas.microsoft.com/office/powerpoint/2010/main" val="9404600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1F27B1-8517-41D9-946E-C70B6078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1F881-E56A-4796-A3C1-53EFB851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수집과 생성 경로를 분리해 안정적으로 동작합니다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289A8-E707-4752-A185-87ED42BD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09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2114550" y="2895600"/>
            <a:ext cx="7810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4533900" y="2895600"/>
            <a:ext cx="8191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7010400" y="2895600"/>
            <a:ext cx="7810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9467850" y="2895600"/>
            <a:ext cx="7048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6191250" y="3943350"/>
            <a:ext cx="286" cy="704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6043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6191250" y="4648200"/>
            <a:ext cx="32575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6043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F7031-2E2F-4E98-ADC4-3BE3AF46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6002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300B9-14DC-48C2-9E57-07E55E63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90750"/>
            <a:ext cx="16383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7DCAF-6B5B-44C7-A8A6-04B327B9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90750"/>
            <a:ext cx="1657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667E9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A1167-F60B-497E-B235-03D7C8FE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90750"/>
            <a:ext cx="16764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4306B-4B0C-4A76-A0CF-A21D61B1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90750"/>
            <a:ext cx="15049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13CE7-06AE-401D-A317-9BC15213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16573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9525">
            <a:solidFill>
              <a:srgbClr val="B760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BB9E9-21FD-4065-BF68-4B30F9AD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14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공개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B9AC12-963F-42B6-8CDF-4E0049AB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14600"/>
            <a:ext cx="1219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46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4시간 주기
Python 수집기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CA50E6-5E5D-494A-AF2E-B96E1F5D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28900"/>
            <a:ext cx="1238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PostgreSQL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B0AA23-2500-4D74-9917-A924B501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28900"/>
            <a:ext cx="1162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FastAPI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146E58-5F4A-485D-8721-28E2AC1E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28900"/>
            <a:ext cx="1181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21AF34-815B-48F5-8394-FF40E92B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86300"/>
            <a:ext cx="1276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독립 AI 워커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BC3FD-0DF6-426F-A69A-9C7E0555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695450"/>
            <a:ext cx="409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일반 조회 경로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1B2A52-E530-49A7-B0CE-2425A4A7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483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 요청이 있을 때만 생성</a:t>
            </a:r>
          </a:p>
        </p:txBody>
      </p:sp>
    </p:spTree>
    <p:extLst>
      <p:ext uri="{BB962C8B-B14F-4D97-AF65-F5344CB8AC3E}">
        <p14:creationId xmlns:p14="http://schemas.microsoft.com/office/powerpoint/2010/main" val="2450983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FB8693-39BB-4565-8A49-911F090B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1AF51-4857-44BD-9A7A-C9FD46DA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작동하는 화면뿐 아니라, 실패 방식까지 검증했습니다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566E4-7902-4FCB-B887-1BA0F411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3ADED-E625-4B25-91D3-E98E9848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0668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브리핑 생성 실패, 연결 중단, 데이터 부족 상태를 숨기지 않고 안전하게 복구합니다.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2AEB2-2CEE-4B71-9A2F-D35AC2EF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3333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B388C-4CCC-468E-AE60-C5005B66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8765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546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79FF8-C6FB-4BD7-B58C-21E88D33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2876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Backend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2C087-4D3E-4C60-B684-42167D2D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2876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전체 회귀 테스트 통과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3EE7B-D077-4FD6-A0BF-F587901C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09850"/>
            <a:ext cx="3333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A3020-6C00-40F6-A121-47DD3E5A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76550"/>
            <a:ext cx="28765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320px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95429-60F3-455C-8B50-AD314B27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62400"/>
            <a:ext cx="2876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Responsive 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77384-B94B-481A-B7AB-3F6D05D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52950"/>
            <a:ext cx="2876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좁은 화면까지 레이아웃 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291F8-A695-47FB-B9B6-EBCC73E1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09850"/>
            <a:ext cx="3333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00E67-7EEF-4073-A62E-8596C4DA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76550"/>
            <a:ext cx="28765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C880F-0A99-40B8-AD0A-8FAD809D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62400"/>
            <a:ext cx="2876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Frontend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184C1B-5175-4694-8547-D95AF39D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2876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포맷·타입·린트·빌드 통과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BCAA4-77F4-4D57-876F-68DCB22E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SSE 재생 · 폴링 대체 · 이전 정상 결과 유지 · 잘못된 수치/표현 차단</a:t>
            </a:r>
          </a:p>
        </p:txBody>
      </p:sp>
    </p:spTree>
    <p:extLst>
      <p:ext uri="{BB962C8B-B14F-4D97-AF65-F5344CB8AC3E}">
        <p14:creationId xmlns:p14="http://schemas.microsoft.com/office/powerpoint/2010/main" val="20079991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926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5C484E-6844-4010-A67F-89F4C9D2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DDD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A537E-DC28-48D3-81C3-A9241353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572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미래를 대신 판단하는 화면이 아니라,
기대가 변한 순간을 읽는 도구입니다.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2324100" y="4210050"/>
            <a:ext cx="75438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6B6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C0A5B-EE2D-495D-9D37-81E9D8BA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05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A7E50-98B0-4666-9CB5-911CE5EE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05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4E7D9-496A-4058-84A8-79374978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05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E95"/>
          </a:solidFill>
          <a:ln xmlns:a="http://schemas.openxmlformats.org/drawingml/2006/main" w="0">
            <a:solidFill>
              <a:srgbClr val="667E9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24F7F-6541-4F31-8561-1D181957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910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이슈 발견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19FFD-452D-41B0-9EB1-3D98B834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910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변화 이해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85D4C-5735-48F0-9A4E-732E8DF5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91050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신중한 해석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C63CE-AFFC-41DF-83A7-93A337C5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810250"/>
            <a:ext cx="7086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1DDD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공개 데이터로 복잡한 글로벌 이슈의 변화 흐름을 읽습니다.</a:t>
            </a:r>
          </a:p>
        </p:txBody>
      </p:sp>
    </p:spTree>
    <p:extLst>
      <p:ext uri="{BB962C8B-B14F-4D97-AF65-F5344CB8AC3E}">
        <p14:creationId xmlns:p14="http://schemas.microsoft.com/office/powerpoint/2010/main" val="2049832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2026-07-13T00:30:44.5680000Z</dcterms:created>
  <dcterms:modified xsi:type="dcterms:W3CDTF">2026-07-13T00:30:44.5680000Z</dcterms:modified>
</coreProperties>
</file>